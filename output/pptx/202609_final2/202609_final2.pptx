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setembro-2026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 min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363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6632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836,02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defRPr sz="1100"/>
            </a:pPr>
            <a:r>
              <a:t>Atendimento do lote da prescrição</a:t>
            </a:r>
          </a:p>
          <a:p>
            <a:pPr algn="l">
              <a:defRPr sz="1100"/>
            </a:pPr>
            <a:r>
              <a:t>Execução prescrição</a:t>
            </a:r>
          </a:p>
          <a:p>
            <a:pPr algn="l">
              <a:defRPr sz="1100"/>
            </a:pPr>
            <a:r>
              <a:t>Administração de estoques</a:t>
            </a:r>
          </a:p>
          <a:p>
            <a:pPr algn="l">
              <a:defRPr sz="1100"/>
            </a:pPr>
            <a:r>
              <a:t>Atendimento da requisição</a:t>
            </a:r>
          </a:p>
          <a:p>
            <a:pPr algn="l">
              <a:defRPr sz="1100"/>
            </a:pPr>
            <a:r>
              <a:t>Prontuário eletrônico paciente - pep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2094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 min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363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 min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363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0 min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854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9872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17,40 TB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defRPr sz="1100"/>
            </a:pPr>
            <a:r>
              <a:t>Impressão de relatórios</a:t>
            </a:r>
          </a:p>
          <a:p>
            <a:pPr algn="l">
              <a:defRPr sz="1100"/>
            </a:pPr>
            <a:r>
              <a:t>Repasse para terceiros</a:t>
            </a:r>
          </a:p>
          <a:p>
            <a:pPr algn="l">
              <a:defRPr sz="1100"/>
            </a:pPr>
            <a:r>
              <a:t>Pagamento escritural</a:t>
            </a:r>
          </a:p>
          <a:p>
            <a:pPr algn="l">
              <a:defRPr sz="1100"/>
            </a:pPr>
            <a:r>
              <a:t>Autorização convênio</a:t>
            </a:r>
          </a:p>
          <a:p>
            <a:pPr algn="l">
              <a:defRPr sz="1100"/>
            </a:pPr>
            <a:r>
              <a:t>Cadastro simplificado de pessoas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75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9/9/26 17:30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9/9/26 18:30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Em 09/09/2026, as integrações em Produção apresentaram degradação por 60 minutos devido a um pico atípico de mensagens e alta carga no ambiente.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Como medidas corretivas e preventivas, foram estabelecidos o aprimoramento do monitoramento e alertas para variações volumétricas anômalas, o reforço nos procedimentos operacionais para cenários de alta demanda e o acompanhamento contínuo da capacidade do ambiente.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9/10/2026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9/11/26 7:37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9/11/26 8:05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Após reinicialização programada, o serviço de Reports ficou indisponível devido à falha na retomada de uma dependência específica, sendo prontamente restabelecido.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Como prevenção, o checklist foi aprimorado e revisão dos monitoramentos de serviços críticos implementadas. Será realizado validações automatizadas pós-reinicialização,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100.00%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 min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112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1353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133,36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defRPr sz="1100"/>
            </a:pPr>
            <a:r>
              <a:t>Prontuário eletrônico paciente - pep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9/18/2026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 b="1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sessões encerradas</a:t>
            </a:r>
          </a:p>
          <a:p>
            <a:pPr algn="l">
              <a:buNone/>
              <a:defRPr sz="1100"/>
            </a:pPr>
            <a:r>
              <a:t>Sem registros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Resumo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Sem registros de incidentes no mês.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