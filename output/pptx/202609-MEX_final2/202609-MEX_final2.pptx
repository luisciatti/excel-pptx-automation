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sesiones finalizadas</a:t>
            </a:r>
          </a:p>
          <a:p>
            <a:pPr algn="l">
              <a:buNone/>
              <a:defRPr sz="1100"/>
            </a:pPr>
            <a:r>
              <a:t>Sin registros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0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0 min</a:t>
            </a:r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67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955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69,01 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sesiones finalizadas</a:t>
            </a:r>
          </a:p>
          <a:p>
            <a:pPr algn="l">
              <a:defRPr sz="1100"/>
            </a:pPr>
            <a:r>
              <a:t>Contabilidade</a:t>
            </a:r>
          </a:p>
          <a:p>
            <a:pPr algn="l">
              <a:defRPr sz="1100"/>
            </a:pPr>
            <a:r>
              <a:t>Geração do lote contábil</a:t>
            </a:r>
          </a:p>
          <a:p>
            <a:pPr algn="l">
              <a:defRPr sz="1100"/>
            </a:pPr>
            <a:r>
              <a:t>Gerenciador de relatórios</a:t>
            </a:r>
          </a:p>
          <a:p>
            <a:pPr algn="l">
              <a:defRPr sz="1100"/>
            </a:pPr>
            <a:r>
              <a:t>Impressão de relatórios</a:t>
            </a:r>
          </a:p>
          <a:p>
            <a:pPr algn="l">
              <a:defRPr sz="1100"/>
            </a:pPr>
            <a:r>
              <a:t>Manutenção de títulos a receber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77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sesiones finalizadas</a:t>
            </a:r>
          </a:p>
          <a:p>
            <a:pPr algn="l">
              <a:buNone/>
              <a:defRPr sz="1100"/>
            </a:pPr>
            <a:r>
              <a:t>Sin registros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100.00%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0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720 hrs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0 min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t>136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1360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t>88,89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sesiones finalizadas</a:t>
            </a:r>
          </a:p>
          <a:p>
            <a:pPr algn="l">
              <a:defRPr sz="1100"/>
            </a:pPr>
            <a:r>
              <a:t>Comunicação interna</a:t>
            </a:r>
          </a:p>
          <a:p>
            <a:pPr algn="l">
              <a:defRPr sz="1100"/>
            </a:pPr>
            <a:r>
              <a:t>Cotação de compra</a:t>
            </a:r>
          </a:p>
          <a:p>
            <a:pPr algn="l">
              <a:defRPr sz="1100"/>
            </a:pPr>
            <a:r>
              <a:t>Impressão de relatórios</a:t>
            </a:r>
          </a:p>
          <a:p>
            <a:pPr algn="l">
              <a:defRPr sz="1100"/>
            </a:pPr>
            <a:r>
              <a:t>Ordem compra</a:t>
            </a:r>
          </a:p>
          <a:p>
            <a:pPr algn="l">
              <a:defRPr sz="1100"/>
            </a:pPr>
            <a:r>
              <a:t>Solicitação de compra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25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/>
                        <a:t>Resumen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/>
                        <a:t>Sin incidentes en el 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200" b="1"/>
            </a:pPr>
            <a:r>
              <a:t>Top 5 - sesiones finalizadas</a:t>
            </a:r>
          </a:p>
          <a:p>
            <a:pPr algn="l">
              <a:buNone/>
              <a:defRPr sz="1100"/>
            </a:pPr>
            <a:r>
              <a:t>Sin registros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Solución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600"/>
                        <a:t>9/24/2026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