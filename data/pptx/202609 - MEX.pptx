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2"/>
  </p:notesMasterIdLst>
  <p:handoutMasterIdLst>
    <p:handoutMasterId r:id="rId13"/>
  </p:handoutMasterIdLst>
  <p:sldIdLst>
    <p:sldId id="2076136791" r:id="rId6"/>
    <p:sldId id="2142532072" r:id="rId7"/>
    <p:sldId id="2142532088" r:id="rId8"/>
    <p:sldId id="2142532108" r:id="rId9"/>
    <p:sldId id="2142532067" r:id="rId10"/>
    <p:sldId id="2142532094" r:id="rId11"/>
  </p:sldIdLst>
  <p:sldSz cx="9144000" cy="5143500" type="screen16x9"/>
  <p:notesSz cx="6858000" cy="9144000"/>
  <p:custDataLst>
    <p:tags r:id="rId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ze, Juul" initials="DJ" lastIdx="18" clrIdx="0">
    <p:extLst>
      <p:ext uri="{19B8F6BF-5375-455C-9EA6-DF929625EA0E}">
        <p15:presenceInfo xmlns:p15="http://schemas.microsoft.com/office/powerpoint/2012/main" userId="S-1-5-21-2052111302-790525478-839522115-8973" providerId="AD"/>
      </p:ext>
    </p:extLst>
  </p:cmAuthor>
  <p:cmAuthor id="2" name="Andrade, ck" initials="Ac" lastIdx="5" clrIdx="1">
    <p:extLst>
      <p:ext uri="{19B8F6BF-5375-455C-9EA6-DF929625EA0E}">
        <p15:presenceInfo xmlns:p15="http://schemas.microsoft.com/office/powerpoint/2012/main" userId="S-1-5-21-2052111302-790525478-839522115-10180694" providerId="AD"/>
      </p:ext>
    </p:extLst>
  </p:cmAuthor>
  <p:cmAuthor id="3" name="Andrade, ck" initials="Ac [2]" lastIdx="7" clrIdx="2">
    <p:extLst>
      <p:ext uri="{19B8F6BF-5375-455C-9EA6-DF929625EA0E}">
        <p15:presenceInfo xmlns:p15="http://schemas.microsoft.com/office/powerpoint/2012/main" userId="S::ckandrade@philips.com::5a614188-e603-409a-b676-45899a52ec4a" providerId="AD"/>
      </p:ext>
    </p:extLst>
  </p:cmAuthor>
  <p:cmAuthor id="4" name="Darin Daubert" initials="DD" lastIdx="2" clrIdx="3">
    <p:extLst>
      <p:ext uri="{19B8F6BF-5375-455C-9EA6-DF929625EA0E}">
        <p15:presenceInfo xmlns:p15="http://schemas.microsoft.com/office/powerpoint/2012/main" userId="Darin Daube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A1"/>
    <a:srgbClr val="0065A1"/>
    <a:srgbClr val="1E9D8B"/>
    <a:srgbClr val="E59AAA"/>
    <a:srgbClr val="EC4371"/>
    <a:srgbClr val="FFFF00"/>
    <a:srgbClr val="5C9D67"/>
    <a:srgbClr val="5B8F22"/>
    <a:srgbClr val="99AC83"/>
    <a:srgbClr val="A873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3B61E-76A8-441D-83D5-8DDD83A95075}" v="10" dt="2026-07-02T13:16:23.0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47" autoAdjust="0"/>
  </p:normalViewPr>
  <p:slideViewPr>
    <p:cSldViewPr snapToGrid="0">
      <p:cViewPr varScale="1">
        <p:scale>
          <a:sx n="135" d="100"/>
          <a:sy n="135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tags" Target="tags/tag1.xml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tti, Luis" userId="67d34ccc-3715-45c9-99fb-0416bd0f554a" providerId="ADAL" clId="{079CE51C-73CC-48D6-8769-F66B8D85F5D1}"/>
    <pc:docChg chg="custSel addSld delSld modSld">
      <pc:chgData name="Ciatti, Luis" userId="67d34ccc-3715-45c9-99fb-0416bd0f554a" providerId="ADAL" clId="{079CE51C-73CC-48D6-8769-F66B8D85F5D1}" dt="2026-07-02T13:16:23.069" v="10"/>
      <pc:docMkLst>
        <pc:docMk/>
      </pc:docMkLst>
      <pc:sldChg chg="addSp delSp modSp mod setBg modClrScheme chgLayout">
        <pc:chgData name="Ciatti, Luis" userId="67d34ccc-3715-45c9-99fb-0416bd0f554a" providerId="ADAL" clId="{079CE51C-73CC-48D6-8769-F66B8D85F5D1}" dt="2026-07-02T13:15:50.243" v="8"/>
        <pc:sldMkLst>
          <pc:docMk/>
          <pc:sldMk cId="3665548009" sldId="2076136791"/>
        </pc:sldMkLst>
        <pc:spChg chg="add mod">
          <ac:chgData name="Ciatti, Luis" userId="67d34ccc-3715-45c9-99fb-0416bd0f554a" providerId="ADAL" clId="{079CE51C-73CC-48D6-8769-F66B8D85F5D1}" dt="2026-07-02T13:15:42.169" v="7"/>
          <ac:spMkLst>
            <pc:docMk/>
            <pc:sldMk cId="3665548009" sldId="2076136791"/>
            <ac:spMk id="2" creationId="{A8271516-6406-C32E-15A1-ECAC2BD439EF}"/>
          </ac:spMkLst>
        </pc:spChg>
        <pc:spChg chg="add mod">
          <ac:chgData name="Ciatti, Luis" userId="67d34ccc-3715-45c9-99fb-0416bd0f554a" providerId="ADAL" clId="{079CE51C-73CC-48D6-8769-F66B8D85F5D1}" dt="2026-07-02T13:15:50.243" v="8"/>
          <ac:spMkLst>
            <pc:docMk/>
            <pc:sldMk cId="3665548009" sldId="2076136791"/>
            <ac:spMk id="3" creationId="{BE475305-D0BF-8F6A-BE35-3421658DDBBB}"/>
          </ac:spMkLst>
        </pc:spChg>
        <pc:spChg chg="del mod ord">
          <ac:chgData name="Ciatti, Luis" userId="67d34ccc-3715-45c9-99fb-0416bd0f554a" providerId="ADAL" clId="{079CE51C-73CC-48D6-8769-F66B8D85F5D1}" dt="2026-07-02T13:15:41.909" v="6" actId="478"/>
          <ac:spMkLst>
            <pc:docMk/>
            <pc:sldMk cId="3665548009" sldId="2076136791"/>
            <ac:spMk id="6" creationId="{F69EEDDD-C81B-4791-AAB1-344C153CDFD9}"/>
          </ac:spMkLst>
        </pc:spChg>
        <pc:picChg chg="add mod">
          <ac:chgData name="Ciatti, Luis" userId="67d34ccc-3715-45c9-99fb-0416bd0f554a" providerId="ADAL" clId="{079CE51C-73CC-48D6-8769-F66B8D85F5D1}" dt="2026-07-02T13:15:50.243" v="8"/>
          <ac:picMkLst>
            <pc:docMk/>
            <pc:sldMk cId="3665548009" sldId="2076136791"/>
            <ac:picMk id="4" creationId="{F6A1AD6F-3D44-F240-87C7-9C1B08C64FD9}"/>
          </ac:picMkLst>
        </pc:picChg>
        <pc:picChg chg="add">
          <ac:chgData name="Ciatti, Luis" userId="67d34ccc-3715-45c9-99fb-0416bd0f554a" providerId="ADAL" clId="{079CE51C-73CC-48D6-8769-F66B8D85F5D1}" dt="2026-07-02T13:14:59.938" v="0"/>
          <ac:picMkLst>
            <pc:docMk/>
            <pc:sldMk cId="3665548009" sldId="2076136791"/>
            <ac:picMk id="1026" creationId="{BD87C1BF-ECA2-BCD7-27CD-FF3813575370}"/>
          </ac:picMkLst>
        </pc:picChg>
        <pc:picChg chg="add">
          <ac:chgData name="Ciatti, Luis" userId="67d34ccc-3715-45c9-99fb-0416bd0f554a" providerId="ADAL" clId="{079CE51C-73CC-48D6-8769-F66B8D85F5D1}" dt="2026-07-02T13:15:03.333" v="1"/>
          <ac:picMkLst>
            <pc:docMk/>
            <pc:sldMk cId="3665548009" sldId="2076136791"/>
            <ac:picMk id="1028" creationId="{3C16256D-592D-8A80-919E-C3ABD8DC4D1E}"/>
          </ac:picMkLst>
        </pc:pic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1476902317" sldId="2142532067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1476902317" sldId="2142532067"/>
            <ac:spMk id="14" creationId="{9D0CCCFF-1C63-6DC9-2706-E4E10C372C57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1742287719" sldId="2142532072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1742287719" sldId="2142532072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3538460266" sldId="2142532088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3538460266" sldId="2142532088"/>
            <ac:spMk id="73" creationId="{C4F96CAD-41B6-5FFE-9131-2981EA5E0812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541775030" sldId="2142532094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541775030" sldId="2142532094"/>
            <ac:spMk id="62" creationId="{5163B914-961B-F04A-5E05-AB2186E104BD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400055490" sldId="2142532108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400055490" sldId="2142532108"/>
            <ac:spMk id="20" creationId="{E1BFB9CD-22BA-31ED-EA15-179C7CB73457}"/>
          </ac:spMkLst>
        </pc:spChg>
      </pc:sldChg>
      <pc:sldChg chg="add del setBg">
        <pc:chgData name="Ciatti, Luis" userId="67d34ccc-3715-45c9-99fb-0416bd0f554a" providerId="ADAL" clId="{079CE51C-73CC-48D6-8769-F66B8D85F5D1}" dt="2026-07-02T13:15:09.550" v="3"/>
        <pc:sldMkLst>
          <pc:docMk/>
          <pc:sldMk cId="341275851" sldId="2142532109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88A55-27A1-4726-B6BA-565570B037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0674-C439-4C47-991B-97891DFF1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A92-9AC4-4241-A12D-3E444424FB2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8F0D-C29C-4E6C-958B-8709D00BDD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7745-075A-4829-97D2-C764BFC9E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09FF-10D1-4B66-B741-D72AB76F5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82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0CCDE-DDDC-4977-B090-4BB893DA5E37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9035-2A4D-4DEF-8CB7-762938914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09035-2A4D-4DEF-8CB7-7629389143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6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6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3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3.emf"/><Relationship Id="rId6" Type="http://schemas.openxmlformats.org/officeDocument/2006/relationships/image" Target="../media/image1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3.bin"/><Relationship Id="rId6" Type="http://schemas.openxmlformats.org/officeDocument/2006/relationships/image" Target="../media/image3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4.bin"/><Relationship Id="rId6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3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3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259918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20393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gradFill>
          <a:gsLst>
            <a:gs pos="1800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6945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80736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qua">
    <p:bg>
      <p:bgPr>
        <a:gradFill>
          <a:gsLst>
            <a:gs pos="1800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229734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48872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reen">
    <p:bg>
      <p:bgPr>
        <a:gradFill>
          <a:gsLst>
            <a:gs pos="100000">
              <a:srgbClr val="A4B507"/>
            </a:gs>
            <a:gs pos="18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4683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95029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bg>
      <p:bgPr>
        <a:gradFill>
          <a:gsLst>
            <a:gs pos="100000">
              <a:srgbClr val="E59AAA"/>
            </a:gs>
            <a:gs pos="18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574405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02820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urple">
    <p:bg>
      <p:bgPr>
        <a:gradFill>
          <a:gsLst>
            <a:gs pos="100000">
              <a:srgbClr val="A873A9"/>
            </a:gs>
            <a:gs pos="18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0347192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range">
    <p:bg>
      <p:bgPr>
        <a:gradFill>
          <a:gsLst>
            <a:gs pos="1500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664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7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tandar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272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4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516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Standar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76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954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Standard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71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94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Standar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162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691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Standar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253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Standar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746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779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25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267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84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2669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018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2932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57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484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742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0895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761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297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75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2778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899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109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73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24174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185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1530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791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586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w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9032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2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wo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964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953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BF4024-250B-4DF0-88FD-894C7422F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48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BF4024-250B-4DF0-88FD-894C7422F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240ED2-4EC0-4518-89F1-BBB2F52D74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71538-B430-4B25-AB35-31746FF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380999"/>
            <a:ext cx="4032052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2523A-C070-4FDB-86F7-7875D41CCD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0264BD-5203-49E4-BC0F-3E4178D54B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744C28-1BF7-4E7F-A965-D914E61E58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17CC56-2B12-4A59-950F-3DCB9600C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1217612"/>
            <a:ext cx="464482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15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D493118-70BE-49DA-9C6C-347B4D8A8B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38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D493118-70BE-49DA-9C6C-347B4D8A8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1B156F3-CF8C-4CDD-A03E-A24D93085D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5150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F61C-4E8C-4FD1-B6ED-B2BBE09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4535575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5EEC5-0A06-4B5F-809B-FA1044DD41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1F658F-CD8F-4E6E-BDBA-CBEEDB5684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D84B06-2D47-45F2-9684-460ADDAA2D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E067B-840F-47D3-B48B-45596F55FF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3"/>
            <a:ext cx="4535576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2ED915-94F6-46CD-826E-92A745D55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6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924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796B7A6-8E09-43BE-AD8E-4D7F6C40B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362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796B7A6-8E09-43BE-AD8E-4D7F6C40B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80C839-211D-4D2C-84AA-B3FFFB3A69E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" y="1217612"/>
            <a:ext cx="5656880" cy="3460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1FA11C-355A-42A0-8ACC-631313F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61182E-6B7A-4849-BC57-86A86014FF8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2FD04A-862C-4934-BC73-93BBD939EF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B82D07-B33E-49CB-AC52-C657932240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820880-CEF8-4B01-8B09-8EC1A7E2F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2147" y="1217612"/>
            <a:ext cx="2768616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36105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02617" y="1217613"/>
            <a:ext cx="5641383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0E1E-97E8-4411-B532-AD7CE1F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891F-E92C-403A-BFCC-535E846FAA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2573C8-E590-4CEE-84C0-E3B118D75F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A0AFB-ED51-4458-A2A2-DDC32D4086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41E64-67CD-4CA0-81D4-1083916DD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2"/>
            <a:ext cx="275756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862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4825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24413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B248D-57C3-42BE-B1A8-E7FC1A3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C86-B158-41D0-A938-63F01F3357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6D6C4-8F10-4092-B714-9020C41BB8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D015-4119-4EA1-B431-858F91EA5F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DAA8A-021C-4EC1-B26E-48889996AA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4825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F5822-A908-4933-8FD3-A83B190BF6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413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6399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063C06-AE5B-4F6F-9C37-FBE1184F3C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61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063C06-AE5B-4F6F-9C37-FBE1184F3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DD051A0-039D-42D9-A58B-EA14A08412F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0F8291-C16C-4418-9B6D-28D21CA7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389B-3B07-4E50-B6D9-4F152C7670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D7D42-1612-4F34-9E0C-4BB0F061DD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F500-5589-4B84-923C-8EFC4E3CAE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0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797D4-FD91-4A72-BFB7-8798A10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80F89-4AE5-4088-80FE-2453225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67E6-9B12-4AF6-B568-50379A3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4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627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ACB5B-4858-4068-9665-FC3C21C1065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insert photo (16:9)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548E2F-0354-46E1-A24B-261AE8489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33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564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2C7498-3AB5-4406-913C-71CCEC8866D0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insert video (16:9)</a:t>
            </a:r>
          </a:p>
        </p:txBody>
      </p:sp>
    </p:spTree>
    <p:extLst>
      <p:ext uri="{BB962C8B-B14F-4D97-AF65-F5344CB8AC3E}">
        <p14:creationId xmlns:p14="http://schemas.microsoft.com/office/powerpoint/2010/main" val="1910466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6893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518A-9ACF-8844-AFD1-AB184AC65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3810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blue">
    <p:bg>
      <p:bgPr>
        <a:gradFill>
          <a:gsLst>
            <a:gs pos="18000">
              <a:srgbClr val="0089C4"/>
            </a:gs>
            <a:gs pos="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770E6-DFFC-4965-BCFF-C2F025ADA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977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CA9F-55F7-443D-BDB2-CC212DC826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74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aqua">
    <p:bg>
      <p:bgPr>
        <a:gradFill>
          <a:gsLst>
            <a:gs pos="18000">
              <a:srgbClr val="1E9D8B"/>
            </a:gs>
            <a:gs pos="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8E946-AE1B-43D2-AC7C-8CB943F67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129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F90D0-6CD9-4C1B-A4C2-46CE98B2A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3861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green">
    <p:bg>
      <p:bgPr>
        <a:gradFill>
          <a:gsLst>
            <a:gs pos="18000">
              <a:srgbClr val="5B8F22"/>
            </a:gs>
            <a:gs pos="0">
              <a:srgbClr val="5B8F22"/>
            </a:gs>
            <a:gs pos="100000">
              <a:srgbClr val="A4B507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A786-DB75-447B-8332-AC6C6640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341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E9EB-A548-4354-803D-A97A84FD56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200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ink">
    <p:bg>
      <p:bgPr>
        <a:gradFill>
          <a:gsLst>
            <a:gs pos="18000">
              <a:srgbClr val="EC4371"/>
            </a:gs>
            <a:gs pos="0">
              <a:srgbClr val="EC4371"/>
            </a:gs>
            <a:gs pos="100000">
              <a:srgbClr val="E59AAA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E969-BFB6-40FA-BDFB-A70E2DA11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5701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35F9-513A-4F2C-A7C3-7F6333C538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49505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urple">
    <p:bg>
      <p:bgPr>
        <a:gradFill>
          <a:gsLst>
            <a:gs pos="18000">
              <a:srgbClr val="7D0063"/>
            </a:gs>
            <a:gs pos="0">
              <a:srgbClr val="7D0063"/>
            </a:gs>
            <a:gs pos="100000">
              <a:srgbClr val="A873A9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+mj-lt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D403-B8D3-4876-B7EF-4C11A84F1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975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226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orange">
    <p:bg>
      <p:bgPr>
        <a:gradFill>
          <a:gsLst>
            <a:gs pos="18000">
              <a:srgbClr val="E98300"/>
            </a:gs>
            <a:gs pos="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895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F58990-F6FE-47C5-BC21-2A45263505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8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F58990-F6FE-47C5-BC21-2A4526350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0"/>
            <a:ext cx="3492500" cy="5143500"/>
          </a:xfrm>
          <a:prstGeom prst="rect">
            <a:avLst/>
          </a:prstGeom>
          <a:solidFill>
            <a:srgbClr val="004D79">
              <a:alpha val="89804"/>
            </a:srgb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17500" y="1219198"/>
            <a:ext cx="2851150" cy="31879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B25F741-4DE1-41E1-8A68-93B346DCA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44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622BA5-BC34-4A58-9264-E2D05A0F2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73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622BA5-BC34-4A58-9264-E2D05A0F2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51501" y="0"/>
            <a:ext cx="3492500" cy="51435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964001" y="1219200"/>
            <a:ext cx="2865673" cy="318849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DD6326-33BA-4174-807D-738A31A700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08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7DA24CE-89CA-4008-85D4-D98FA9672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5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7DA24CE-89CA-4008-85D4-D98FA967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3933827"/>
            <a:ext cx="9144000" cy="1209675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4825" y="4218316"/>
            <a:ext cx="8135938" cy="6524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A5C95AE-299F-431B-AB66-08FC9F22E3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826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ABAA68A-08EA-496D-B665-88DDACBC07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3553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ABAA68A-08EA-496D-B665-88DDACBC0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4825" y="2429550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EFB6CD9-7626-429B-A638-CA2C3907F2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175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6486757-F9A3-4F23-8717-59ECFD7A8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6672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6486757-F9A3-4F23-8717-59ECFD7A8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0763" y="748665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6A7725E-E42D-449C-A552-89E34F170F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810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3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750CE0E-F179-458C-AEB1-36BDA9AF42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090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750CE0E-F179-458C-AEB1-36BDA9AF4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E540E8-853F-49F5-AAA0-593FDDFCB4F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C2BE2D-951F-4D2E-A248-5E79BA206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Time period, data scenario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41B2E9-68F4-4A38-9D55-0A18643918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58F3F5-669F-4BEE-968A-F64356A6CD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Content, unit measurement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62C03-275A-4B1F-B234-561444D869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E35EF-ADB2-4164-B32F-9BDCE33D215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F407-F7B2-457F-BADC-5D7E348202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C4A983AC-6F9B-471B-87E8-D4505A31FE4E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0FB69-E866-4F1C-87F8-ADA6A511DB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4456" y="948267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11993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4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AB418BD-1930-49DC-9A84-017861466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85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AB418BD-1930-49DC-9A84-017861466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894897C-9089-4E46-A4DC-D9375AE2C97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24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C9809-688D-4100-A0FE-DB6EB41BC20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164E04-503E-48E0-8056-F4A846A8D6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3274A-0D5B-4B5E-963A-4AD0C038490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073504F8-A36C-4A96-9962-DBD59D731B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E0385-9465-469B-9CA7-ABB0EB4E48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948268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02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orient="horz" pos="534">
          <p15:clr>
            <a:srgbClr val="FBAE40"/>
          </p15:clr>
        </p15:guide>
        <p15:guide id="3" pos="5697">
          <p15:clr>
            <a:srgbClr val="FBAE40"/>
          </p15:clr>
        </p15:guide>
        <p15:guide id="4" orient="horz" pos="39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8CA4B699-1B76-42B1-970D-8B5F927F5D43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7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no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147BB81-5ED6-4620-B6AB-9F7CAE2CB6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617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147BB81-5ED6-4620-B6AB-9F7CAE2CB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84C154A-EDEF-494B-95FD-05C9428083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18CF-CA9C-4A69-B7C8-A4C94FF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D015-F4ED-4FC4-A52C-B985B1A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7AFA2-6720-468E-9F40-2499D9FB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50CCBDD5-A078-4F63-AC4E-A4BB95B7500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A73966E-CFE3-49CC-B52A-C5B637544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19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A73966E-CFE3-49CC-B52A-C5B637544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4FC3CDD-A9EE-4A29-BDB5-DDD9F2931D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BB6E0D-3F39-440A-BD9D-79E5F24876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5E28750-0E4B-4D33-9132-AD81766D92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D1072-8A57-4985-9114-7AB80099D9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2D0EE4-A772-43CA-87B6-4AAA26C168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124D-0640-4AE6-AECC-F4880DA1C39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C9-1AA8-427A-8D3F-F90DA800C51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7C04-425D-49F7-8B2B-D4A178C161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F4A6D036-B440-4848-AD09-10D95A6851E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8D6D76-355E-455E-9573-01D135D9D9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5361" y="948268"/>
            <a:ext cx="2694184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5294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039C25-38EE-4409-8846-AD3780FDA7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564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039C25-38EE-4409-8846-AD3780FDA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31B7F0-8291-45AD-B310-18C6F32C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2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66FA14-A13E-4C88-AA9E-2E47483D5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198432D-6F74-40F0-A171-A0B5FD017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1023FC6-6139-470D-844E-BC0D615613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569437-C2DB-4F3A-9508-BB720F4BF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807E-C4CE-4AA4-8ED9-448491339EC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CB85-32FF-48FD-9896-C7B7E8F6ED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97-EA1F-41BE-8CB8-EE87F91FA0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C539D5CE-18F8-4235-A29E-31342295EE06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6F1E93-15E1-4055-8C44-6E1B52D56A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3528059"/>
            <a:ext cx="3817122" cy="1196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27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8103" y="1835838"/>
            <a:ext cx="1144502" cy="1457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358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107504" y="4677984"/>
            <a:ext cx="89289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D99289-1788-4094-95D8-16BE8E42F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103" y="1835837"/>
            <a:ext cx="1144502" cy="1454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4104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theme" Target="../theme/theme1.xml"/><Relationship Id="rId70" Type="http://schemas.openxmlformats.org/officeDocument/2006/relationships/tags" Target="../tags/tag2.xml"/><Relationship Id="rId71" Type="http://schemas.openxmlformats.org/officeDocument/2006/relationships/tags" Target="../tags/tag3.xml"/><Relationship Id="rId72" Type="http://schemas.openxmlformats.org/officeDocument/2006/relationships/oleObject" Target="../embeddings/oleObject1.bin"/><Relationship Id="rId73" Type="http://schemas.openxmlformats.org/officeDocument/2006/relationships/image" Target="../media/image1.emf"/><Relationship Id="rId7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948553763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2" imgW="270" imgH="270" progId="TCLayout.ActiveDocument.1">
                  <p:embed/>
                </p:oleObj>
              </mc:Choice>
              <mc:Fallback>
                <p:oleObj name="think-cell Slide" r:id="rId7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111333B-FBA5-4875-A5DE-3B4281D761D5}"/>
              </a:ext>
            </a:extLst>
          </p:cNvPr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8F7B30E-EA8B-493C-86DB-F82608F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7523937" cy="6985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D2E64-2649-4557-8200-E78DF2A57EFC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7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08C5-5A5A-413C-BB47-80E1FBC0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826" y="4884454"/>
            <a:ext cx="718767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068" y="4884454"/>
            <a:ext cx="3910151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0" y="4864360"/>
            <a:ext cx="199973" cy="150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7" r:id="rId7"/>
    <p:sldLayoutId id="2147483766" r:id="rId8"/>
    <p:sldLayoutId id="2147483769" r:id="rId9"/>
    <p:sldLayoutId id="2147483770" r:id="rId10"/>
    <p:sldLayoutId id="2147483771" r:id="rId11"/>
    <p:sldLayoutId id="2147483772" r:id="rId12"/>
    <p:sldLayoutId id="2147483692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01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694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2" r:id="rId40"/>
    <p:sldLayoutId id="2147483703" r:id="rId41"/>
    <p:sldLayoutId id="2147483741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73" r:id="rId54"/>
    <p:sldLayoutId id="2147483774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lang="en-US" sz="29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25" indent="-161925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29768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01675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IN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000000"/>
          </p15:clr>
        </p15:guide>
        <p15:guide id="2" pos="5443" userDrawn="1">
          <p15:clr>
            <a:srgbClr val="000000"/>
          </p15:clr>
        </p15:guide>
        <p15:guide id="3" pos="5057" userDrawn="1">
          <p15:clr>
            <a:srgbClr val="000000"/>
          </p15:clr>
        </p15:guide>
        <p15:guide id="4" orient="horz" pos="237" userDrawn="1">
          <p15:clr>
            <a:srgbClr val="000000"/>
          </p15:clr>
        </p15:guide>
        <p15:guide id="5" orient="horz" pos="690" userDrawn="1">
          <p15:clr>
            <a:srgbClr val="000000"/>
          </p15:clr>
        </p15:guide>
        <p15:guide id="6" orient="horz" pos="758" userDrawn="1">
          <p15:clr>
            <a:srgbClr val="000000"/>
          </p15:clr>
        </p15:guide>
        <p15:guide id="7" orient="horz" pos="2958" userDrawn="1">
          <p15:clr>
            <a:srgbClr val="000000"/>
          </p15:clr>
        </p15:guide>
        <p15:guide id="8" pos="3039" userDrawn="1">
          <p15:clr>
            <a:srgbClr val="000000"/>
          </p15:clr>
        </p15:guide>
        <p15:guide id="10" pos="2880" userDrawn="1">
          <p15:clr>
            <a:srgbClr val="000000"/>
          </p15:clr>
        </p15:guide>
        <p15:guide id="11" pos="2721" userDrawn="1">
          <p15:clr>
            <a:srgbClr val="00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8271516-6406-C32E-15A1-ECAC2BD439EF}"/>
              </a:ext>
            </a:extLst>
          </p:cNvPr>
          <p:cNvSpPr txBox="1">
            <a:spLocks/>
          </p:cNvSpPr>
          <p:nvPr/>
        </p:nvSpPr>
        <p:spPr>
          <a:xfrm>
            <a:off x="836757" y="2291196"/>
            <a:ext cx="6312189" cy="533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chemeClr val="bg1"/>
                </a:solidFill>
                <a:latin typeface="+mj-lt"/>
              </a:rPr>
              <a:t>Cloud Operation – Customer Book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475305-D0BF-8F6A-BE35-3421658DDBBB}"/>
              </a:ext>
            </a:extLst>
          </p:cNvPr>
          <p:cNvSpPr/>
          <p:nvPr/>
        </p:nvSpPr>
        <p:spPr>
          <a:xfrm>
            <a:off x="836757" y="14288"/>
            <a:ext cx="1371600" cy="735806"/>
          </a:xfrm>
          <a:prstGeom prst="rect">
            <a:avLst/>
          </a:prstGeom>
          <a:solidFill>
            <a:srgbClr val="FFFFFB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8" descr="PATROCINADORES | HIS - Healthcare Innovation Show">
            <a:extLst>
              <a:ext uri="{FF2B5EF4-FFF2-40B4-BE49-F238E27FC236}">
                <a16:creationId xmlns:a16="http://schemas.microsoft.com/office/drawing/2014/main" id="{F6A1AD6F-3D44-F240-87C7-9C1B08C64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14" y="191343"/>
            <a:ext cx="1329243" cy="38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54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Yucatan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0F6BCB8-C47B-2CD8-8873-69EAA633192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12B03622-6878-6F90-DDE0-2AC4010C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6107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3C5159-C8B6-F17D-936F-7C89FA763099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67A82-A8EB-1667-96DA-567D24F33993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F3A2E8-A5CF-F4ED-2451-194DE4C8E53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D0297DFE-ECF3-590D-95D5-9A8E3D018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2" name="Graphic 31" descr="Paper">
            <a:extLst>
              <a:ext uri="{FF2B5EF4-FFF2-40B4-BE49-F238E27FC236}">
                <a16:creationId xmlns:a16="http://schemas.microsoft.com/office/drawing/2014/main" id="{B86C5014-60E5-23A9-7794-78F14AE3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1CC04010-F177-9D15-D2A9-A90F1C1EAB7F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DA21365-22B6-1361-B726-2420C3C79E5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3744D78-5512-757A-753A-F2B01998772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8E11F85-EB18-0426-8605-C9833ADB49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37" name="Graphic 36" descr="Research">
            <a:extLst>
              <a:ext uri="{FF2B5EF4-FFF2-40B4-BE49-F238E27FC236}">
                <a16:creationId xmlns:a16="http://schemas.microsoft.com/office/drawing/2014/main" id="{AEA13C10-E8CE-03CD-3322-18129CFA3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59CFE94-EC43-3A99-94BA-E5FD5F134C2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A44EC8-1B3F-3553-FEC0-CA3ACD93366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AED28B-8796-7B0A-D529-493DCC5C6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768973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2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86EB1492-576E-C29F-9E04-281EC5532317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C287678-BCE4-06D6-5D85-D4EEB8433096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67" name="Text Placeholder 8">
            <a:extLst>
              <a:ext uri="{FF2B5EF4-FFF2-40B4-BE49-F238E27FC236}">
                <a16:creationId xmlns:a16="http://schemas.microsoft.com/office/drawing/2014/main" id="{F3472F7F-4CE6-655F-173C-A2B13F2A1CE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5951110-9B83-363E-7C2D-4C0DDFE5C0CC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BE635230-CE74-5E6E-C90A-406BB61F3A3E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F8FAE67-5C67-A6F2-3AE7-A74B1AA477AC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1C2E721C-8B19-7E95-5835-BC1393BE53A6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39E064E-4DBD-3E36-2D23-C61941D90B5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C4F96CAD-41B6-5FFE-9131-2981EA5E0812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Teleton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CBEACFFF-DE05-BC00-A12A-28F2D6264A1B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B72A188-E5BD-6514-9720-DD99CB248CBB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76" name="Text Placeholder 8">
            <a:extLst>
              <a:ext uri="{FF2B5EF4-FFF2-40B4-BE49-F238E27FC236}">
                <a16:creationId xmlns:a16="http://schemas.microsoft.com/office/drawing/2014/main" id="{D3F61997-8896-89F7-3276-927277F9C0C1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77" name="Table 32">
            <a:extLst>
              <a:ext uri="{FF2B5EF4-FFF2-40B4-BE49-F238E27FC236}">
                <a16:creationId xmlns:a16="http://schemas.microsoft.com/office/drawing/2014/main" id="{8B58FC64-CBE0-91E2-3489-D86A73D1E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79" name="Text Placeholder 8">
            <a:extLst>
              <a:ext uri="{FF2B5EF4-FFF2-40B4-BE49-F238E27FC236}">
                <a16:creationId xmlns:a16="http://schemas.microsoft.com/office/drawing/2014/main" id="{601DEB30-6495-4660-2701-C3246D74322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A4B49EE-4F36-7BE6-4D3B-4CFDACE43D0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33A2121-CF1F-B79C-8B8F-B3BA52C8C820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2" name="Graphic 81" descr="Database">
            <a:extLst>
              <a:ext uri="{FF2B5EF4-FFF2-40B4-BE49-F238E27FC236}">
                <a16:creationId xmlns:a16="http://schemas.microsoft.com/office/drawing/2014/main" id="{5A099465-63CC-F636-1B67-95AA6A468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83" name="Graphic 82" descr="Paper">
            <a:extLst>
              <a:ext uri="{FF2B5EF4-FFF2-40B4-BE49-F238E27FC236}">
                <a16:creationId xmlns:a16="http://schemas.microsoft.com/office/drawing/2014/main" id="{53F9F566-DEBF-EAB7-0419-DE3802A0B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84" name="Text Placeholder 8">
            <a:extLst>
              <a:ext uri="{FF2B5EF4-FFF2-40B4-BE49-F238E27FC236}">
                <a16:creationId xmlns:a16="http://schemas.microsoft.com/office/drawing/2014/main" id="{634953BC-79F4-F6DD-9EEB-86FC44C53C6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85" name="Text Placeholder 8">
            <a:extLst>
              <a:ext uri="{FF2B5EF4-FFF2-40B4-BE49-F238E27FC236}">
                <a16:creationId xmlns:a16="http://schemas.microsoft.com/office/drawing/2014/main" id="{E8B237BE-DE8E-9DC9-73AE-5177EF0EBEBF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86" name="Text Placeholder 8">
            <a:extLst>
              <a:ext uri="{FF2B5EF4-FFF2-40B4-BE49-F238E27FC236}">
                <a16:creationId xmlns:a16="http://schemas.microsoft.com/office/drawing/2014/main" id="{78317848-FED8-3C0E-4081-4D49B521B761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87" name="Text Placeholder 8">
            <a:extLst>
              <a:ext uri="{FF2B5EF4-FFF2-40B4-BE49-F238E27FC236}">
                <a16:creationId xmlns:a16="http://schemas.microsoft.com/office/drawing/2014/main" id="{47E3730C-68F7-661C-89E8-6296D06C752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88" name="Graphic 87" descr="Research">
            <a:extLst>
              <a:ext uri="{FF2B5EF4-FFF2-40B4-BE49-F238E27FC236}">
                <a16:creationId xmlns:a16="http://schemas.microsoft.com/office/drawing/2014/main" id="{2A50BE97-A60C-DA8C-1168-99ABDA094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89" name="Text Placeholder 8">
            <a:extLst>
              <a:ext uri="{FF2B5EF4-FFF2-40B4-BE49-F238E27FC236}">
                <a16:creationId xmlns:a16="http://schemas.microsoft.com/office/drawing/2014/main" id="{33A55A12-E0AB-C50D-74C2-8D4E671D555F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478CD9-AFD5-A528-31FB-6A2B19346AC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256759-F86C-A60D-3E44-6F905CCE9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BC6F658-07F8-DD95-FB7B-50EDB7A3C359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E7203C-5370-5BB6-8212-589884390D16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E5B3D9C-472C-A592-E21E-B5E183CFBEBE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405DFC-AF6C-FF95-85A4-9080FA704A0D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EB14E48F-6958-B231-F00A-031524E58073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80DEB-8711-E180-F11F-0F5AF8FA78EC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B636ECEA-2C08-FB58-C227-7202BC88E51F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917DEF-F353-B7D9-A95E-C8E8BEA740F6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1BFB9CD-22BA-31ED-EA15-179C7CB73457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CMABC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A69C6130-8917-093B-05B0-EDD0AAB117A0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E5BB56-4E15-9F41-95D2-C4274D0EAF82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A8DB5FB2-C36F-99E6-3C3A-5CF644A42A95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24" name="Table 32">
            <a:extLst>
              <a:ext uri="{FF2B5EF4-FFF2-40B4-BE49-F238E27FC236}">
                <a16:creationId xmlns:a16="http://schemas.microsoft.com/office/drawing/2014/main" id="{274EE9E6-CEE7-FC45-DD92-10D36F56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22255846-CB12-38AA-7064-15714D7D141C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B151B0-18F1-11B5-A04C-A246D8AB9841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3CD07E-D465-210F-BB57-8BD443498E64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Graphic 33" descr="Database">
            <a:extLst>
              <a:ext uri="{FF2B5EF4-FFF2-40B4-BE49-F238E27FC236}">
                <a16:creationId xmlns:a16="http://schemas.microsoft.com/office/drawing/2014/main" id="{8CF02316-A511-F9C4-F40B-F1D248D55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5" name="Graphic 34" descr="Paper">
            <a:extLst>
              <a:ext uri="{FF2B5EF4-FFF2-40B4-BE49-F238E27FC236}">
                <a16:creationId xmlns:a16="http://schemas.microsoft.com/office/drawing/2014/main" id="{1FF72E8D-0CCD-9476-5E06-8C3F1508A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5072FE86-B23D-3B60-7BE9-C018823A44A4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D6261364-95B9-F968-7B36-1B13D1D53405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EA344380-1560-8C59-1F48-00264C82F668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68B6D33-AC8F-8A17-4C33-D56360CA0D1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40" name="Graphic 39" descr="Research">
            <a:extLst>
              <a:ext uri="{FF2B5EF4-FFF2-40B4-BE49-F238E27FC236}">
                <a16:creationId xmlns:a16="http://schemas.microsoft.com/office/drawing/2014/main" id="{EF598145-E1BC-758F-A4C4-2360D9C04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784D7FE6-0DB8-9F5F-03B6-0614D621AE5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C5B6A2-3C90-8A53-7BAF-40050EDD619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4F152A-A31A-645A-AD3E-DB3F813EC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761E509-BE6D-4703-BC1E-DBEDF4B44B58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2ABB4-94C2-DFAC-0802-D789C8060254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E369840-FC4A-53AF-3122-01F4A8E60602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5CC291-CD2A-3102-7723-42693D6B8B43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069506D6-4060-0DF3-7F10-A23533DB7282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9DE03-EEF2-E6A8-976C-BC6693B25A69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37D485F-04A1-6C62-4FF9-16B0954B767A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80DAE2-AE94-A7A4-4D45-8C4BA02911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D0CCCFF-1C63-6DC9-2706-E4E10C372C57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Mexico Americano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D1A0B65-4CC6-2202-97B5-2EBCE3A48D41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207E2-CBBE-3C3E-5A7E-5F2B9961537A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585F3548-B332-9131-631D-2E7FA1C0FB73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18" name="Table 32">
            <a:extLst>
              <a:ext uri="{FF2B5EF4-FFF2-40B4-BE49-F238E27FC236}">
                <a16:creationId xmlns:a16="http://schemas.microsoft.com/office/drawing/2014/main" id="{599023E8-A4FE-BB6A-A096-EBA46A98E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B8F2F04A-84CF-CE1A-4AA5-AF0ACDBC79D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77BC24-CA8C-16C1-306F-DFEBB5940C45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3BC19B-1886-E4C4-9449-B1BF4CA329F9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Graphic 22" descr="Database">
            <a:extLst>
              <a:ext uri="{FF2B5EF4-FFF2-40B4-BE49-F238E27FC236}">
                <a16:creationId xmlns:a16="http://schemas.microsoft.com/office/drawing/2014/main" id="{AE674F67-5250-C28D-15AA-22ADA3D78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24" name="Graphic 23" descr="Paper">
            <a:extLst>
              <a:ext uri="{FF2B5EF4-FFF2-40B4-BE49-F238E27FC236}">
                <a16:creationId xmlns:a16="http://schemas.microsoft.com/office/drawing/2014/main" id="{CBE9EC0B-B180-DCF3-6648-5F17EAF2CC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67A910F-6C24-373E-4E68-ED8D7435B6E2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523BC31-2EE6-7751-9B6D-4C0D4B6A6EA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B577327F-2391-7988-C8B5-232A90280272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F29D1C0A-CC5E-2369-195D-06D2465470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40" name="Graphic 39" descr="Research">
            <a:extLst>
              <a:ext uri="{FF2B5EF4-FFF2-40B4-BE49-F238E27FC236}">
                <a16:creationId xmlns:a16="http://schemas.microsoft.com/office/drawing/2014/main" id="{5A204B4D-3DE0-E49D-9D41-97A146DB9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FC04F301-18B7-C79A-AA28-5DAE26D1C269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49DD9C-5C6D-3384-CDCE-393D7721354E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B90E61-FDF8-23DA-BB30-292AE6989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0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Placeholder 8">
            <a:extLst>
              <a:ext uri="{FF2B5EF4-FFF2-40B4-BE49-F238E27FC236}">
                <a16:creationId xmlns:a16="http://schemas.microsoft.com/office/drawing/2014/main" id="{B9E12E47-8642-F23A-4114-C8C079EEA3D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BBE6BF5-8359-281B-8B22-A626486DD74B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56" name="Text Placeholder 8">
            <a:extLst>
              <a:ext uri="{FF2B5EF4-FFF2-40B4-BE49-F238E27FC236}">
                <a16:creationId xmlns:a16="http://schemas.microsoft.com/office/drawing/2014/main" id="{E560AF45-3BE4-53D3-F752-2822664F714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245D921-9F4B-C1F6-CB26-3B65AEB226D8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58" name="Text Placeholder 8">
            <a:extLst>
              <a:ext uri="{FF2B5EF4-FFF2-40B4-BE49-F238E27FC236}">
                <a16:creationId xmlns:a16="http://schemas.microsoft.com/office/drawing/2014/main" id="{BB810589-D496-E235-8E83-D3FCA1B2B5D2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2237557-F96C-2270-396A-7A1EB36626BD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38DFB50C-DEDE-50FA-9F88-43E709FF3750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BDE00E7-1474-C1E9-49CB-FADE19A3C323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5163B914-961B-F04A-5E05-AB2186E104BD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TecSalud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454B10BB-DBCF-E6EA-0F81-82046456D48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1A4637C-78B2-6F79-7B20-8BEA3955B297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992C81D2-D3B3-A4AC-980A-454CC28A4BD1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66" name="Table 32">
            <a:extLst>
              <a:ext uri="{FF2B5EF4-FFF2-40B4-BE49-F238E27FC236}">
                <a16:creationId xmlns:a16="http://schemas.microsoft.com/office/drawing/2014/main" id="{092997D7-AE22-B8E2-1AFB-9C06770D5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1AFD5D00-06E3-4B64-54B8-424281E3B715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44D826D-3552-E601-AFFF-F61687277EEB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74B522E-66CC-0CF0-88AE-1A86C4904206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" name="Graphic 70" descr="Database">
            <a:extLst>
              <a:ext uri="{FF2B5EF4-FFF2-40B4-BE49-F238E27FC236}">
                <a16:creationId xmlns:a16="http://schemas.microsoft.com/office/drawing/2014/main" id="{0685878D-5B91-A5D3-CEC9-366BF628E1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72" name="Graphic 71" descr="Paper">
            <a:extLst>
              <a:ext uri="{FF2B5EF4-FFF2-40B4-BE49-F238E27FC236}">
                <a16:creationId xmlns:a16="http://schemas.microsoft.com/office/drawing/2014/main" id="{AF27E7BF-6759-6808-762A-F87874CE70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6E998DB4-3C22-A732-AE4C-BA9F3505729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DBF57316-E0BF-BE86-BC40-B40F8584DD3F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5" name="Text Placeholder 8">
            <a:extLst>
              <a:ext uri="{FF2B5EF4-FFF2-40B4-BE49-F238E27FC236}">
                <a16:creationId xmlns:a16="http://schemas.microsoft.com/office/drawing/2014/main" id="{03D6DF99-D3D1-0ADD-B852-FCFFF1DFA30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6" name="Text Placeholder 8">
            <a:extLst>
              <a:ext uri="{FF2B5EF4-FFF2-40B4-BE49-F238E27FC236}">
                <a16:creationId xmlns:a16="http://schemas.microsoft.com/office/drawing/2014/main" id="{21A2D115-713E-CB5F-18A4-E71C5488CC13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77" name="Graphic 76" descr="Research">
            <a:extLst>
              <a:ext uri="{FF2B5EF4-FFF2-40B4-BE49-F238E27FC236}">
                <a16:creationId xmlns:a16="http://schemas.microsoft.com/office/drawing/2014/main" id="{8293867A-77A9-39F7-0138-D0515D20A0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8" name="Text Placeholder 8">
            <a:extLst>
              <a:ext uri="{FF2B5EF4-FFF2-40B4-BE49-F238E27FC236}">
                <a16:creationId xmlns:a16="http://schemas.microsoft.com/office/drawing/2014/main" id="{2E2D6815-89F0-495F-9B2A-78215F1B90B8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8A8339-92FD-0A10-069C-9C669B0F1DDD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8461C8-4A46-CBC3-37DF-8DE14F761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750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7&quot;&gt;&lt;elem m_fUsage=&quot;3.43900000000000005684E+00&quot;&gt;&lt;m_msothmcolidx val=&quot;0&quot;/&gt;&lt;m_rgb r=&quot;A3&quot; g=&quot;D9&quot; b=&quot;D9&quot;/&gt;&lt;m_nBrightness val=&quot;0&quot;/&gt;&lt;/elem&gt;&lt;elem m_fUsage=&quot;1.41682643648100059508E+00&quot;&gt;&lt;m_msothmcolidx val=&quot;0&quot;/&gt;&lt;m_rgb r=&quot;9E&quot; g=&quot;2D&quot; b=&quot;B1&quot;/&gt;&lt;m_nBrightness val=&quot;0&quot;/&gt;&lt;/elem&gt;&lt;elem m_fUsage=&quot;1.20667841354961047351E+00&quot;&gt;&lt;m_msothmcolidx val=&quot;0&quot;/&gt;&lt;m_rgb r=&quot;EC&quot; g=&quot;43&quot; b=&quot;71&quot;/&gt;&lt;m_nBrightness val=&quot;0&quot;/&gt;&lt;/elem&gt;&lt;elem m_fUsage=&quot;8.80119440100000316463E-01&quot;&gt;&lt;m_msothmcolidx val=&quot;0&quot;/&gt;&lt;m_rgb r=&quot;00&quot; g=&quot;8E&quot; b=&quot;CC&quot;/&gt;&lt;m_nBrightness val=&quot;0&quot;/&gt;&lt;/elem&gt;&lt;elem m_fUsage=&quot;6.84653792832900287557E-01&quot;&gt;&lt;m_msothmcolidx val=&quot;0&quot;/&gt;&lt;m_rgb r=&quot;9E&quot; g=&quot;2D&quot; b=&quot;11&quot;/&gt;&lt;m_nBrightness val=&quot;0&quot;/&gt;&lt;/elem&gt;&lt;elem m_fUsage=&quot;3.13810596090000171188E-01&quot;&gt;&lt;m_msothmcolidx val=&quot;0&quot;/&gt;&lt;m_rgb r=&quot;09&quot; g=&quot;A3&quot; b=&quot;FF&quot;/&gt;&lt;m_nBrightness val=&quot;0&quot;/&gt;&lt;/elem&gt;&lt;elem m_fUsage=&quot;2.05891132094649098594E-01&quot;&gt;&lt;m_msothmcolidx val=&quot;0&quot;/&gt;&lt;m_rgb r=&quot;D3&quot; g=&quot;E8&quot; b=&quot;E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batYagSyKSJhzbVoC0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mNO_54Sa2hlaXD_IEji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Z.6C_Tu2XwAo0QYSkJ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hZnkiSTuqlYXlI_Xsp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yvM2iRHaxZ5i4g7GA.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4VFSuEQQups0ulDuF19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0pDCr0Q2Wp2L0wENce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q1yE6hRTGv_ga4GbII8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.LJhckSGCxmH17d0fWV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3EePDZRDCiGs6qA7F.i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heme/theme1.xml><?xml version="1.0" encoding="utf-8"?>
<a:theme xmlns:a="http://schemas.openxmlformats.org/drawingml/2006/main" name="presentation_template_16x9_nov18">
  <a:themeElements>
    <a:clrScheme name="Philip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66A1"/>
      </a:accent1>
      <a:accent2>
        <a:srgbClr val="1E9D8B"/>
      </a:accent2>
      <a:accent3>
        <a:srgbClr val="5B8F22"/>
      </a:accent3>
      <a:accent4>
        <a:srgbClr val="E98300"/>
      </a:accent4>
      <a:accent5>
        <a:srgbClr val="EC4371"/>
      </a:accent5>
      <a:accent6>
        <a:srgbClr val="9E2DB1"/>
      </a:accent6>
      <a:hlink>
        <a:srgbClr val="0089C4"/>
      </a:hlink>
      <a:folHlink>
        <a:srgbClr val="631D76"/>
      </a:folHlink>
    </a:clrScheme>
    <a:fontScheme name="Philips_N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9C4"/>
        </a:solidFill>
        <a:ln w="25400" cap="flat" cmpd="sng" algn="ctr">
          <a:solidFill>
            <a:srgbClr val="0089C4"/>
          </a:solidFill>
          <a:prstDash val="solid"/>
        </a:ln>
        <a:effectLst/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ilips_presentation_template_16x9_nov18_1112.pptx" id="{BEC723CF-679C-4F78-8FDC-5F75600573FC}" vid="{82C35204-7926-405E-85BB-7292904EC9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48155E1F42CD459FAF16894887DAA8" ma:contentTypeVersion="19" ma:contentTypeDescription="Create a new document." ma:contentTypeScope="" ma:versionID="f3c1ff4cc977e833e3abf0a2db05f68a">
  <xsd:schema xmlns:xsd="http://www.w3.org/2001/XMLSchema" xmlns:xs="http://www.w3.org/2001/XMLSchema" xmlns:p="http://schemas.microsoft.com/office/2006/metadata/properties" xmlns:ns2="a0d43e73-0cc7-48cc-a067-a534139a8f0a" xmlns:ns3="41ef1310-3ba9-45d3-b043-a89aad6aae33" xmlns:ns4="49919dca-d9c1-492f-bd36-8a887e31a6e3" targetNamespace="http://schemas.microsoft.com/office/2006/metadata/properties" ma:root="true" ma:fieldsID="81d7a4caecef6ed33302c9679e59dad6" ns2:_="" ns3:_="" ns4:_="">
    <xsd:import namespace="a0d43e73-0cc7-48cc-a067-a534139a8f0a"/>
    <xsd:import namespace="41ef1310-3ba9-45d3-b043-a89aad6aae33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43e73-0cc7-48cc-a067-a534139a8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f1310-3ba9-45d3-b043-a89aad6aa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d09e05-12cc-4ed8-8821-f95ddac83cf6}" ma:internalName="TaxCatchAll" ma:showField="CatchAllData" ma:web="41ef1310-3ba9-45d3-b043-a89aad6aa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43e73-0cc7-48cc-a067-a534139a8f0a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4.xml><?xml version="1.0" encoding="utf-8"?>
<?mso-contentType ?>
<SharedContentType xmlns="Microsoft.SharePoint.Taxonomy.ContentTypeSync" SourceId="e40374fb-a6cc-4854-989f-c1d94a7967ee" ContentTypeId="0x01" PreviousValue="false"/>
</file>

<file path=customXml/itemProps1.xml><?xml version="1.0" encoding="utf-8"?>
<ds:datastoreItem xmlns:ds="http://schemas.openxmlformats.org/officeDocument/2006/customXml" ds:itemID="{C58B2A0D-B4A5-4738-9E97-F9DBDC3624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977F5-4E4C-4D2C-B752-95AA0F7D9AEE}">
  <ds:schemaRefs>
    <ds:schemaRef ds:uri="41ef1310-3ba9-45d3-b043-a89aad6aae33"/>
    <ds:schemaRef ds:uri="49919dca-d9c1-492f-bd36-8a887e31a6e3"/>
    <ds:schemaRef ds:uri="a0d43e73-0cc7-48cc-a067-a534139a8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1D4E35B-5327-4A43-9E88-1C4A94059FBB}">
  <ds:schemaRefs>
    <ds:schemaRef ds:uri="http://schemas.microsoft.com/office/2006/metadata/properties"/>
    <ds:schemaRef ds:uri="a0d43e73-0cc7-48cc-a067-a534139a8f0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49919dca-d9c1-492f-bd36-8a887e31a6e3"/>
    <ds:schemaRef ds:uri="http://schemas.microsoft.com/office/2006/documentManagement/types"/>
    <ds:schemaRef ds:uri="http://purl.org/dc/elements/1.1/"/>
    <ds:schemaRef ds:uri="41ef1310-3ba9-45d3-b043-a89aad6aae33"/>
    <ds:schemaRef ds:uri="http://www.w3.org/XML/1998/namespace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CDDCAA6E-1227-47E8-80D2-A0A29A7EEB1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philips_presentation_template_16x9_nov18</Template>
  <TotalTime>0</TotalTime>
  <Words>467</Words>
  <Application>Microsoft Office PowerPoint</Application>
  <PresentationFormat>On-screen Show (16:9)</PresentationFormat>
  <Paragraphs>217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presentation_template_16x9_nov18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Gan, George Kok Hin</dc:creator>
  <cp:lastModifiedBy>Ciatti, Luis</cp:lastModifiedBy>
  <cp:revision>160</cp:revision>
  <cp:lastPrinted>2025-09-03T18:03:02Z</cp:lastPrinted>
  <dcterms:created xsi:type="dcterms:W3CDTF">2020-02-07T07:31:01Z</dcterms:created>
  <dcterms:modified xsi:type="dcterms:W3CDTF">2026-07-02T13:16:26Z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0x0101007148155E1F42CD459FAF16894887DAA8</vt:lpwstr>
  </property>
  <property fmtid="{D5CDD505-2E9C-101B-9397-08002B2CF9AE}" pid="3" name="MediaServiceImageTags">
    <vt:lpwstr/>
  </property>
</Properties>
</file>