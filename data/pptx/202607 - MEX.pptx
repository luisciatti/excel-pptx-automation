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2"/>
  </p:notesMasterIdLst>
  <p:handoutMasterIdLst>
    <p:handoutMasterId r:id="rId13"/>
  </p:handoutMasterIdLst>
  <p:sldIdLst>
    <p:sldId id="2076136791" r:id="rId6"/>
    <p:sldId id="2142532072" r:id="rId7"/>
    <p:sldId id="2142532088" r:id="rId8"/>
    <p:sldId id="2142532108" r:id="rId9"/>
    <p:sldId id="2142532067" r:id="rId10"/>
    <p:sldId id="2142532094" r:id="rId11"/>
  </p:sldIdLst>
  <p:sldSz cx="9144000" cy="5143500" type="screen16x9"/>
  <p:notesSz cx="6858000" cy="9144000"/>
  <p:custDataLst>
    <p:tags r:id="rId1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A1"/>
    <a:srgbClr val="0065A1"/>
    <a:srgbClr val="1E9D8B"/>
    <a:srgbClr val="E59AAA"/>
    <a:srgbClr val="EC4371"/>
    <a:srgbClr val="FFFF00"/>
    <a:srgbClr val="5C9D67"/>
    <a:srgbClr val="5B8F22"/>
    <a:srgbClr val="99AC83"/>
    <a:srgbClr val="A873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3B61E-76A8-441D-83D5-8DDD83A95075}" v="10" dt="2026-07-02T13:16:23.0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47" autoAdjust="0"/>
  </p:normalViewPr>
  <p:slideViewPr>
    <p:cSldViewPr snapToGrid="0">
      <p:cViewPr varScale="1">
        <p:scale>
          <a:sx n="135" d="100"/>
          <a:sy n="135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tags" Target="tags/tag1.xml"/><Relationship Id="rId15" Type="http://schemas.openxmlformats.org/officeDocument/2006/relationships/commentAuthors" Target="commentAuthor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custSel addSld delSld modSld">
      <pc:chgData name="Ciatti, Luis" userId="67d34ccc-3715-45c9-99fb-0416bd0f554a" providerId="ADAL" clId="{079CE51C-73CC-48D6-8769-F66B8D85F5D1}" dt="2026-07-02T13:16:23.069" v="1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5:50.243" v="8"/>
        <pc:sldMkLst>
          <pc:docMk/>
          <pc:sldMk cId="3665548009" sldId="2076136791"/>
        </pc:sldMkLst>
        <pc:spChg chg="add mod">
          <ac:chgData name="Ciatti, Luis" userId="67d34ccc-3715-45c9-99fb-0416bd0f554a" providerId="ADAL" clId="{079CE51C-73CC-48D6-8769-F66B8D85F5D1}" dt="2026-07-02T13:15:42.169" v="7"/>
          <ac:spMkLst>
            <pc:docMk/>
            <pc:sldMk cId="3665548009" sldId="2076136791"/>
            <ac:spMk id="2" creationId="{A8271516-6406-C32E-15A1-ECAC2BD439EF}"/>
          </ac:spMkLst>
        </pc:spChg>
        <pc:spChg chg="add mod">
          <ac:chgData name="Ciatti, Luis" userId="67d34ccc-3715-45c9-99fb-0416bd0f554a" providerId="ADAL" clId="{079CE51C-73CC-48D6-8769-F66B8D85F5D1}" dt="2026-07-02T13:15:50.243" v="8"/>
          <ac:spMkLst>
            <pc:docMk/>
            <pc:sldMk cId="3665548009" sldId="2076136791"/>
            <ac:spMk id="3" creationId="{BE475305-D0BF-8F6A-BE35-3421658DDBBB}"/>
          </ac:spMkLst>
        </pc:spChg>
        <pc:spChg chg="del mod ord">
          <ac:chgData name="Ciatti, Luis" userId="67d34ccc-3715-45c9-99fb-0416bd0f554a" providerId="ADAL" clId="{079CE51C-73CC-48D6-8769-F66B8D85F5D1}" dt="2026-07-02T13:15:41.909" v="6" actId="478"/>
          <ac:spMkLst>
            <pc:docMk/>
            <pc:sldMk cId="3665548009" sldId="2076136791"/>
            <ac:spMk id="6" creationId="{F69EEDDD-C81B-4791-AAB1-344C153CDFD9}"/>
          </ac:spMkLst>
        </pc:spChg>
        <pc:picChg chg="add mod">
          <ac:chgData name="Ciatti, Luis" userId="67d34ccc-3715-45c9-99fb-0416bd0f554a" providerId="ADAL" clId="{079CE51C-73CC-48D6-8769-F66B8D85F5D1}" dt="2026-07-02T13:15:50.243" v="8"/>
          <ac:picMkLst>
            <pc:docMk/>
            <pc:sldMk cId="3665548009" sldId="2076136791"/>
            <ac:picMk id="4" creationId="{F6A1AD6F-3D44-F240-87C7-9C1B08C64FD9}"/>
          </ac:picMkLst>
        </pc:picChg>
        <pc:picChg chg="add">
          <ac:chgData name="Ciatti, Luis" userId="67d34ccc-3715-45c9-99fb-0416bd0f554a" providerId="ADAL" clId="{079CE51C-73CC-48D6-8769-F66B8D85F5D1}" dt="2026-07-02T13:14:59.938" v="0"/>
          <ac:picMkLst>
            <pc:docMk/>
            <pc:sldMk cId="3665548009" sldId="2076136791"/>
            <ac:picMk id="1026" creationId="{BD87C1BF-ECA2-BCD7-27CD-FF3813575370}"/>
          </ac:picMkLst>
        </pc:picChg>
        <pc:picChg chg="add">
          <ac:chgData name="Ciatti, Luis" userId="67d34ccc-3715-45c9-99fb-0416bd0f554a" providerId="ADAL" clId="{079CE51C-73CC-48D6-8769-F66B8D85F5D1}" dt="2026-07-02T13:15:03.333" v="1"/>
          <ac:picMkLst>
            <pc:docMk/>
            <pc:sldMk cId="3665548009" sldId="2076136791"/>
            <ac:picMk id="1028" creationId="{3C16256D-592D-8A80-919E-C3ABD8DC4D1E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1476902317" sldId="2142532067"/>
            <ac:spMk id="14" creationId="{9D0CCCFF-1C63-6DC9-2706-E4E10C372C57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1742287719" sldId="214253207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3538460266" sldId="2142532088"/>
            <ac:spMk id="73" creationId="{C4F96CAD-41B6-5FFE-9131-2981EA5E0812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541775030" sldId="2142532094"/>
            <ac:spMk id="62" creationId="{5163B914-961B-F04A-5E05-AB2186E104BD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16:23.069" v="10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3:16:23.069" v="10"/>
          <ac:spMkLst>
            <pc:docMk/>
            <pc:sldMk cId="400055490" sldId="2142532108"/>
            <ac:spMk id="20" creationId="{E1BFB9CD-22BA-31ED-EA15-179C7CB73457}"/>
          </ac:spMkLst>
        </pc:spChg>
      </pc:sldChg>
      <pc:sldChg chg="add del setBg">
        <pc:chgData name="Ciatti, Luis" userId="67d34ccc-3715-45c9-99fb-0416bd0f554a" providerId="ADAL" clId="{079CE51C-73CC-48D6-8769-F66B8D85F5D1}" dt="2026-07-02T13:15:09.550" v="3"/>
        <pc:sldMkLst>
          <pc:docMk/>
          <pc:sldMk cId="341275851" sldId="2142532109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3.emf"/><Relationship Id="rId6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3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3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Relationship Id="rId70" Type="http://schemas.openxmlformats.org/officeDocument/2006/relationships/tags" Target="../tags/tag2.xml"/><Relationship Id="rId71" Type="http://schemas.openxmlformats.org/officeDocument/2006/relationships/tags" Target="../tags/tag3.xml"/><Relationship Id="rId72" Type="http://schemas.openxmlformats.org/officeDocument/2006/relationships/oleObject" Target="../embeddings/oleObject1.bin"/><Relationship Id="rId73" Type="http://schemas.openxmlformats.org/officeDocument/2006/relationships/image" Target="../media/image1.emf"/><Relationship Id="rId7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8271516-6406-C32E-15A1-ECAC2BD439EF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75305-D0BF-8F6A-BE35-3421658DDBBB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8" descr="PATROCINADORES | HIS - Healthcare Innovation Show">
            <a:extLst>
              <a:ext uri="{FF2B5EF4-FFF2-40B4-BE49-F238E27FC236}">
                <a16:creationId xmlns:a16="http://schemas.microsoft.com/office/drawing/2014/main" id="{F6A1AD6F-3D44-F240-87C7-9C1B08C64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Yucatan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julio-2026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6107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AED28B-8796-7B0A-D529-493DCC5C6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768973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86EB1492-576E-C29F-9E04-281EC5532317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C287678-BCE4-06D6-5D85-D4EEB8433096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67" name="Text Placeholder 8">
            <a:extLst>
              <a:ext uri="{FF2B5EF4-FFF2-40B4-BE49-F238E27FC236}">
                <a16:creationId xmlns:a16="http://schemas.microsoft.com/office/drawing/2014/main" id="{F3472F7F-4CE6-655F-173C-A2B13F2A1CE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5951110-9B83-363E-7C2D-4C0DDFE5C0CC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BE635230-CE74-5E6E-C90A-406BB61F3A3E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F8FAE67-5C67-A6F2-3AE7-A74B1AA477AC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1C2E721C-8B19-7E95-5835-BC1393BE53A6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39E064E-4DBD-3E36-2D23-C61941D90B5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4F96CAD-41B6-5FFE-9131-2981EA5E0812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Teleton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julio-2026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CBEACFFF-DE05-BC00-A12A-28F2D6264A1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B72A188-E5BD-6514-9720-DD99CB248CBB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D3F61997-8896-89F7-3276-927277F9C0C1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77" name="Table 32">
            <a:extLst>
              <a:ext uri="{FF2B5EF4-FFF2-40B4-BE49-F238E27FC236}">
                <a16:creationId xmlns:a16="http://schemas.microsoft.com/office/drawing/2014/main" id="{8B58FC64-CBE0-91E2-3489-D86A73D1E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79" name="Text Placeholder 8">
            <a:extLst>
              <a:ext uri="{FF2B5EF4-FFF2-40B4-BE49-F238E27FC236}">
                <a16:creationId xmlns:a16="http://schemas.microsoft.com/office/drawing/2014/main" id="{601DEB30-6495-4660-2701-C3246D74322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A4B49EE-4F36-7BE6-4D3B-4CFDACE43D0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33A2121-CF1F-B79C-8B8F-B3BA52C8C82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2" name="Graphic 81" descr="Database">
            <a:extLst>
              <a:ext uri="{FF2B5EF4-FFF2-40B4-BE49-F238E27FC236}">
                <a16:creationId xmlns:a16="http://schemas.microsoft.com/office/drawing/2014/main" id="{5A099465-63CC-F636-1B67-95AA6A468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83" name="Graphic 82" descr="Paper">
            <a:extLst>
              <a:ext uri="{FF2B5EF4-FFF2-40B4-BE49-F238E27FC236}">
                <a16:creationId xmlns:a16="http://schemas.microsoft.com/office/drawing/2014/main" id="{53F9F566-DEBF-EAB7-0419-DE3802A0B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84" name="Text Placeholder 8">
            <a:extLst>
              <a:ext uri="{FF2B5EF4-FFF2-40B4-BE49-F238E27FC236}">
                <a16:creationId xmlns:a16="http://schemas.microsoft.com/office/drawing/2014/main" id="{634953BC-79F4-F6DD-9EEB-86FC44C53C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85" name="Text Placeholder 8">
            <a:extLst>
              <a:ext uri="{FF2B5EF4-FFF2-40B4-BE49-F238E27FC236}">
                <a16:creationId xmlns:a16="http://schemas.microsoft.com/office/drawing/2014/main" id="{E8B237BE-DE8E-9DC9-73AE-5177EF0EBEBF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86" name="Text Placeholder 8">
            <a:extLst>
              <a:ext uri="{FF2B5EF4-FFF2-40B4-BE49-F238E27FC236}">
                <a16:creationId xmlns:a16="http://schemas.microsoft.com/office/drawing/2014/main" id="{78317848-FED8-3C0E-4081-4D49B521B76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87" name="Text Placeholder 8">
            <a:extLst>
              <a:ext uri="{FF2B5EF4-FFF2-40B4-BE49-F238E27FC236}">
                <a16:creationId xmlns:a16="http://schemas.microsoft.com/office/drawing/2014/main" id="{47E3730C-68F7-661C-89E8-6296D06C752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88" name="Graphic 87" descr="Research">
            <a:extLst>
              <a:ext uri="{FF2B5EF4-FFF2-40B4-BE49-F238E27FC236}">
                <a16:creationId xmlns:a16="http://schemas.microsoft.com/office/drawing/2014/main" id="{2A50BE97-A60C-DA8C-1168-99ABDA094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89" name="Text Placeholder 8">
            <a:extLst>
              <a:ext uri="{FF2B5EF4-FFF2-40B4-BE49-F238E27FC236}">
                <a16:creationId xmlns:a16="http://schemas.microsoft.com/office/drawing/2014/main" id="{33A55A12-E0AB-C50D-74C2-8D4E671D555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478CD9-AFD5-A528-31FB-6A2B19346AC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256759-F86C-A60D-3E44-6F905CCE9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8BC6F658-07F8-DD95-FB7B-50EDB7A3C359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E7203C-5370-5BB6-8212-589884390D16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7E5B3D9C-472C-A592-E21E-B5E183CFBEBE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405DFC-AF6C-FF95-85A4-9080FA704A0D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EB14E48F-6958-B231-F00A-031524E58073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80DEB-8711-E180-F11F-0F5AF8FA78EC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B636ECEA-2C08-FB58-C227-7202BC88E51F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917DEF-F353-B7D9-A95E-C8E8BEA740F6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1BFB9CD-22BA-31ED-EA15-179C7CB73457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CMABC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julio-2026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A69C6130-8917-093B-05B0-EDD0AAB117A0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E5BB56-4E15-9F41-95D2-C4274D0EAF82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A8DB5FB2-C36F-99E6-3C3A-5CF644A42A9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24" name="Table 32">
            <a:extLst>
              <a:ext uri="{FF2B5EF4-FFF2-40B4-BE49-F238E27FC236}">
                <a16:creationId xmlns:a16="http://schemas.microsoft.com/office/drawing/2014/main" id="{274EE9E6-CEE7-FC45-DD92-10D36F56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22255846-CB12-38AA-7064-15714D7D141C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B151B0-18F1-11B5-A04C-A246D8AB9841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3CD07E-D465-210F-BB57-8BD443498E6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Graphic 33" descr="Database">
            <a:extLst>
              <a:ext uri="{FF2B5EF4-FFF2-40B4-BE49-F238E27FC236}">
                <a16:creationId xmlns:a16="http://schemas.microsoft.com/office/drawing/2014/main" id="{8CF02316-A511-F9C4-F40B-F1D248D551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5" name="Graphic 34" descr="Paper">
            <a:extLst>
              <a:ext uri="{FF2B5EF4-FFF2-40B4-BE49-F238E27FC236}">
                <a16:creationId xmlns:a16="http://schemas.microsoft.com/office/drawing/2014/main" id="{1FF72E8D-0CCD-9476-5E06-8C3F1508A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5072FE86-B23D-3B60-7BE9-C018823A44A4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D6261364-95B9-F968-7B36-1B13D1D5340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EA344380-1560-8C59-1F48-00264C82F668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68B6D33-AC8F-8A17-4C33-D56360CA0D1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40" name="Graphic 39" descr="Research">
            <a:extLst>
              <a:ext uri="{FF2B5EF4-FFF2-40B4-BE49-F238E27FC236}">
                <a16:creationId xmlns:a16="http://schemas.microsoft.com/office/drawing/2014/main" id="{EF598145-E1BC-758F-A4C4-2360D9C04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784D7FE6-0DB8-9F5F-03B6-0614D621AE5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C5B6A2-3C90-8A53-7BAF-40050EDD619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4F152A-A31A-645A-AD3E-DB3F813EC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761E509-BE6D-4703-BC1E-DBEDF4B44B58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2ABB4-94C2-DFAC-0802-D789C8060254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FE369840-FC4A-53AF-3122-01F4A8E6060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5CC291-CD2A-3102-7723-42693D6B8B43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069506D6-4060-0DF3-7F10-A23533DB7282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A9DE03-EEF2-E6A8-976C-BC6693B25A69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37D485F-04A1-6C62-4FF9-16B0954B767A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80DAE2-AE94-A7A4-4D45-8C4BA02911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9D0CCCFF-1C63-6DC9-2706-E4E10C372C57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Mexico Americano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julio-2026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D1A0B65-4CC6-2202-97B5-2EBCE3A48D41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1207E2-CBBE-3C3E-5A7E-5F2B9961537A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585F3548-B332-9131-631D-2E7FA1C0FB7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18" name="Table 32">
            <a:extLst>
              <a:ext uri="{FF2B5EF4-FFF2-40B4-BE49-F238E27FC236}">
                <a16:creationId xmlns:a16="http://schemas.microsoft.com/office/drawing/2014/main" id="{599023E8-A4FE-BB6A-A096-EBA46A98E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B8F2F04A-84CF-CE1A-4AA5-AF0ACDBC79D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77BC24-CA8C-16C1-306F-DFEBB5940C4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3BC19B-1886-E4C4-9449-B1BF4CA329F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Graphic 22" descr="Database">
            <a:extLst>
              <a:ext uri="{FF2B5EF4-FFF2-40B4-BE49-F238E27FC236}">
                <a16:creationId xmlns:a16="http://schemas.microsoft.com/office/drawing/2014/main" id="{AE674F67-5250-C28D-15AA-22ADA3D78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24" name="Graphic 23" descr="Paper">
            <a:extLst>
              <a:ext uri="{FF2B5EF4-FFF2-40B4-BE49-F238E27FC236}">
                <a16:creationId xmlns:a16="http://schemas.microsoft.com/office/drawing/2014/main" id="{CBE9EC0B-B180-DCF3-6648-5F17EAF2CC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A67A910F-6C24-373E-4E68-ED8D7435B6E2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7523BC31-2EE6-7751-9B6D-4C0D4B6A6EA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B577327F-2391-7988-C8B5-232A9028027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F29D1C0A-CC5E-2369-195D-06D2465470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40" name="Graphic 39" descr="Research">
            <a:extLst>
              <a:ext uri="{FF2B5EF4-FFF2-40B4-BE49-F238E27FC236}">
                <a16:creationId xmlns:a16="http://schemas.microsoft.com/office/drawing/2014/main" id="{5A204B4D-3DE0-E49D-9D41-97A146DB9E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FC04F301-18B7-C79A-AA28-5DAE26D1C269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49DD9C-5C6D-3384-CDCE-393D7721354E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B90E61-FDF8-23DA-BB30-292AE6989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Placeholder 8">
            <a:extLst>
              <a:ext uri="{FF2B5EF4-FFF2-40B4-BE49-F238E27FC236}">
                <a16:creationId xmlns:a16="http://schemas.microsoft.com/office/drawing/2014/main" id="{B9E12E47-8642-F23A-4114-C8C079EEA3D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BBE6BF5-8359-281B-8B22-A626486DD74B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56" name="Text Placeholder 8">
            <a:extLst>
              <a:ext uri="{FF2B5EF4-FFF2-40B4-BE49-F238E27FC236}">
                <a16:creationId xmlns:a16="http://schemas.microsoft.com/office/drawing/2014/main" id="{E560AF45-3BE4-53D3-F752-2822664F714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Nro de Incidentes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245D921-9F4B-C1F6-CB26-3B65AEB226D8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58" name="Text Placeholder 8">
            <a:extLst>
              <a:ext uri="{FF2B5EF4-FFF2-40B4-BE49-F238E27FC236}">
                <a16:creationId xmlns:a16="http://schemas.microsoft.com/office/drawing/2014/main" id="{BB810589-D496-E235-8E83-D3FCA1B2B5D2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Disponibilidad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2237557-F96C-2270-396A-7A1EB36626BD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38DFB50C-DEDE-50FA-9F88-43E709FF375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Indisponibilidad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BDE00E7-1474-C1E9-49CB-FADE19A3C323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5163B914-961B-F04A-5E05-AB2186E104BD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66A1"/>
                </a:solidFill>
              </a:rPr>
              <a:t>CLOUD Bionexo Tasy - Informe Mensual</a:t>
            </a:r>
            <a:br>
              <a:rPr lang="pt-BR" sz="1200" b="1" dirty="0">
                <a:solidFill>
                  <a:srgbClr val="0066A1"/>
                </a:solidFill>
              </a:rPr>
            </a:br>
            <a:r>
              <a:rPr lang="pt-BR" sz="1200" b="1" dirty="0">
                <a:solidFill>
                  <a:srgbClr val="000000"/>
                </a:solidFill>
              </a:rPr>
              <a:t>Cliente: TecSalud</a:t>
            </a:r>
          </a:p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1200" b="1" dirty="0">
                <a:solidFill>
                  <a:srgbClr val="000000"/>
                </a:solidFill>
              </a:rPr>
              <a:t>Mes:  julio-2026</a:t>
            </a:r>
            <a:endParaRPr lang="pt-BR" sz="12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454B10BB-DBCF-E6EA-0F81-82046456D48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Usuarios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1A4637C-78B2-6F79-7B20-8BEA3955B297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92C81D2-D3B3-A4AC-980A-454CC28A4BD1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</a:t>
            </a:r>
            <a:endParaRPr lang="pt-BR" sz="1200" b="1" dirty="0">
              <a:solidFill>
                <a:srgbClr val="000000"/>
              </a:solidFill>
            </a:endParaRPr>
          </a:p>
        </p:txBody>
      </p:sp>
      <p:graphicFrame>
        <p:nvGraphicFramePr>
          <p:cNvPr id="66" name="Table 32">
            <a:extLst>
              <a:ext uri="{FF2B5EF4-FFF2-40B4-BE49-F238E27FC236}">
                <a16:creationId xmlns:a16="http://schemas.microsoft.com/office/drawing/2014/main" id="{092997D7-AE22-B8E2-1AFB-9C06770D5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552078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1AFD5D00-06E3-4B64-54B8-424281E3B71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242424"/>
                </a:solidFill>
                <a:latin typeface="Segoe UI" pitchFamily="34"/>
              </a:rPr>
              <a:t>Detalle de Incidente – Sin Impacto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44D826D-3552-E601-AFFF-F61687277EEB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74B522E-66CC-0CF0-88AE-1A86C490420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" name="Graphic 70" descr="Database">
            <a:extLst>
              <a:ext uri="{FF2B5EF4-FFF2-40B4-BE49-F238E27FC236}">
                <a16:creationId xmlns:a16="http://schemas.microsoft.com/office/drawing/2014/main" id="{0685878D-5B91-A5D3-CEC9-366BF628E1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72" name="Graphic 71" descr="Paper">
            <a:extLst>
              <a:ext uri="{FF2B5EF4-FFF2-40B4-BE49-F238E27FC236}">
                <a16:creationId xmlns:a16="http://schemas.microsoft.com/office/drawing/2014/main" id="{AF27E7BF-6759-6808-762A-F87874CE70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6E998DB4-3C22-A732-AE4C-BA9F3505729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200" b="1" dirty="0">
                <a:solidFill>
                  <a:srgbClr val="000000"/>
                </a:solidFill>
              </a:rPr>
              <a:t>Almacenamiento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b="1" dirty="0"/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DBF57316-E0BF-BE86-BC40-B40F8584DD3F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5" name="Text Placeholder 8">
            <a:extLst>
              <a:ext uri="{FF2B5EF4-FFF2-40B4-BE49-F238E27FC236}">
                <a16:creationId xmlns:a16="http://schemas.microsoft.com/office/drawing/2014/main" id="{03D6DF99-D3D1-0ADD-B852-FCFFF1DFA3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6" name="Text Placeholder 8">
            <a:extLst>
              <a:ext uri="{FF2B5EF4-FFF2-40B4-BE49-F238E27FC236}">
                <a16:creationId xmlns:a16="http://schemas.microsoft.com/office/drawing/2014/main" id="{21A2D115-713E-CB5F-18A4-E71C5488CC1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372"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200" b="1" dirty="0">
                <a:solidFill>
                  <a:srgbClr val="000000"/>
                </a:solidFill>
              </a:rPr>
              <a:t>Acciones Proactivas en el Entorno</a:t>
            </a:r>
            <a:endParaRPr lang="pt-BR" sz="1200" b="1" dirty="0">
              <a:solidFill>
                <a:srgbClr val="000000"/>
              </a:solidFill>
            </a:endParaRPr>
          </a:p>
        </p:txBody>
      </p:sp>
      <p:pic>
        <p:nvPicPr>
          <p:cNvPr id="77" name="Graphic 76" descr="Research">
            <a:extLst>
              <a:ext uri="{FF2B5EF4-FFF2-40B4-BE49-F238E27FC236}">
                <a16:creationId xmlns:a16="http://schemas.microsoft.com/office/drawing/2014/main" id="{8293867A-77A9-39F7-0138-D0515D20A0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8" name="Text Placeholder 8">
            <a:extLst>
              <a:ext uri="{FF2B5EF4-FFF2-40B4-BE49-F238E27FC236}">
                <a16:creationId xmlns:a16="http://schemas.microsoft.com/office/drawing/2014/main" id="{2E2D6815-89F0-495F-9B2A-78215F1B90B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8A8339-92FD-0A10-069C-9C669B0F1DD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8461C8-4A46-CBC3-37DF-8DE14F761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750824"/>
              </p:ext>
            </p:extLst>
          </p:nvPr>
        </p:nvGraphicFramePr>
        <p:xfrm>
          <a:off x="1804066" y="4256008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1214612101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2029004147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2337970707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191746915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1898062792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3066454373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2942278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549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355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467</Words>
  <Application>Microsoft Office PowerPoint</Application>
  <PresentationFormat>On-screen Show (16:9)</PresentationFormat>
  <Paragraphs>217</Paragraphs>
  <Slides>6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160</cp:revision>
  <cp:lastPrinted>2025-09-03T18:03:02Z</cp:lastPrinted>
  <dcterms:created xsi:type="dcterms:W3CDTF">2020-02-07T07:31:01Z</dcterms:created>
  <dcterms:modified xsi:type="dcterms:W3CDTF">2026-07-02T13:16:26Z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