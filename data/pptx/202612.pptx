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media/image15.svg" ContentType="image/svg+xml"/>
  <Override PartName="/ppt/media/image16.svg" ContentType="image/svg+xml"/>
  <Override PartName="/ppt/media/image1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28"/>
  </p:notesMasterIdLst>
  <p:handoutMasterIdLst>
    <p:handoutMasterId r:id="rId29"/>
  </p:handoutMasterIdLst>
  <p:sldIdLst>
    <p:sldId id="2076136791" r:id="rId6"/>
    <p:sldId id="2142532072" r:id="rId7"/>
    <p:sldId id="2142532088" r:id="rId8"/>
    <p:sldId id="2142532108" r:id="rId9"/>
    <p:sldId id="2142532109" r:id="rId10"/>
    <p:sldId id="2142532110" r:id="rId11"/>
    <p:sldId id="2142532067" r:id="rId12"/>
    <p:sldId id="2142532094" r:id="rId13"/>
    <p:sldId id="2142532103" r:id="rId14"/>
    <p:sldId id="2142532096" r:id="rId15"/>
    <p:sldId id="2142532104" r:id="rId16"/>
    <p:sldId id="2142532107" r:id="rId17"/>
    <p:sldId id="2142532099" r:id="rId18"/>
    <p:sldId id="2142532092" r:id="rId19"/>
    <p:sldId id="2142532105" r:id="rId20"/>
    <p:sldId id="2142532089" r:id="rId21"/>
    <p:sldId id="2142532091" r:id="rId22"/>
    <p:sldId id="2142532095" r:id="rId23"/>
    <p:sldId id="2142532097" r:id="rId24"/>
    <p:sldId id="2142532101" r:id="rId25"/>
    <p:sldId id="2142532111" r:id="rId26"/>
    <p:sldId id="2142532112" r:id="rId27"/>
  </p:sldIdLst>
  <p:sldSz cx="9144000" cy="5143500" type="screen16x9"/>
  <p:notesSz cx="6858000" cy="9144000"/>
  <p:custDataLst>
    <p:tags r:id="rId30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uze, Juul" initials="DJ" lastIdx="18" clrIdx="0">
    <p:extLst>
      <p:ext uri="{19B8F6BF-5375-455C-9EA6-DF929625EA0E}">
        <p15:presenceInfo xmlns:p15="http://schemas.microsoft.com/office/powerpoint/2012/main" userId="S-1-5-21-2052111302-790525478-839522115-8973" providerId="AD"/>
      </p:ext>
    </p:extLst>
  </p:cmAuthor>
  <p:cmAuthor id="2" name="Andrade, ck" initials="Ac" lastIdx="5" clrIdx="1">
    <p:extLst>
      <p:ext uri="{19B8F6BF-5375-455C-9EA6-DF929625EA0E}">
        <p15:presenceInfo xmlns:p15="http://schemas.microsoft.com/office/powerpoint/2012/main" userId="S-1-5-21-2052111302-790525478-839522115-10180694" providerId="AD"/>
      </p:ext>
    </p:extLst>
  </p:cmAuthor>
  <p:cmAuthor id="3" name="Andrade, ck" initials="Ac [2]" lastIdx="7" clrIdx="2">
    <p:extLst>
      <p:ext uri="{19B8F6BF-5375-455C-9EA6-DF929625EA0E}">
        <p15:presenceInfo xmlns:p15="http://schemas.microsoft.com/office/powerpoint/2012/main" userId="S::ckandrade@philips.com::5a614188-e603-409a-b676-45899a52ec4a" providerId="AD"/>
      </p:ext>
    </p:extLst>
  </p:cmAuthor>
  <p:cmAuthor id="4" name="Darin Daubert" initials="DD" lastIdx="2" clrIdx="3">
    <p:extLst>
      <p:ext uri="{19B8F6BF-5375-455C-9EA6-DF929625EA0E}">
        <p15:presenceInfo xmlns:p15="http://schemas.microsoft.com/office/powerpoint/2012/main" userId="Darin Dauber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B"/>
    <a:srgbClr val="0065A1"/>
    <a:srgbClr val="34CCD7"/>
    <a:srgbClr val="0066A1"/>
    <a:srgbClr val="1E9D8B"/>
    <a:srgbClr val="E59AAA"/>
    <a:srgbClr val="EC4371"/>
    <a:srgbClr val="FFFF00"/>
    <a:srgbClr val="5C9D67"/>
    <a:srgbClr val="5B8F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930783-01EB-44E5-9923-A7B3BA21AE13}" v="170" dt="2026-07-02T18:38:31.0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847" autoAdjust="0"/>
  </p:normalViewPr>
  <p:slideViewPr>
    <p:cSldViewPr snapToGrid="0">
      <p:cViewPr varScale="1">
        <p:scale>
          <a:sx n="89" d="100"/>
          <a:sy n="89" d="100"/>
        </p:scale>
        <p:origin x="61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30" Type="http://schemas.openxmlformats.org/officeDocument/2006/relationships/tags" Target="tags/tag1.xml"/><Relationship Id="rId31" Type="http://schemas.openxmlformats.org/officeDocument/2006/relationships/commentAuthors" Target="commentAuthors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microsoft.com/office/2016/11/relationships/changesInfo" Target="changesInfos/changesInfo1.xml"/><Relationship Id="rId3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iatti, Luis" userId="67d34ccc-3715-45c9-99fb-0416bd0f554a" providerId="ADAL" clId="{079CE51C-73CC-48D6-8769-F66B8D85F5D1}"/>
    <pc:docChg chg="undo custSel addSld delSld modSld">
      <pc:chgData name="Ciatti, Luis" userId="67d34ccc-3715-45c9-99fb-0416bd0f554a" providerId="ADAL" clId="{079CE51C-73CC-48D6-8769-F66B8D85F5D1}" dt="2026-07-02T18:52:10.230" v="215" actId="700"/>
      <pc:docMkLst>
        <pc:docMk/>
      </pc:docMkLst>
      <pc:sldChg chg="addSp delSp modSp mod setBg modClrScheme chgLayout">
        <pc:chgData name="Ciatti, Luis" userId="67d34ccc-3715-45c9-99fb-0416bd0f554a" providerId="ADAL" clId="{079CE51C-73CC-48D6-8769-F66B8D85F5D1}" dt="2026-07-02T13:14:45.219" v="208" actId="207"/>
        <pc:sldMkLst>
          <pc:docMk/>
          <pc:sldMk cId="3665548009" sldId="2076136791"/>
        </pc:sldMkLst>
        <pc:spChg chg="add del mod">
          <ac:chgData name="Ciatti, Luis" userId="67d34ccc-3715-45c9-99fb-0416bd0f554a" providerId="ADAL" clId="{079CE51C-73CC-48D6-8769-F66B8D85F5D1}" dt="2026-07-02T12:55:13.553" v="3" actId="6264"/>
          <ac:spMkLst>
            <pc:docMk/>
            <pc:sldMk cId="3665548009" sldId="2076136791"/>
            <ac:spMk id="2" creationId="{34CF70D4-883B-5CE8-22E9-807D97E247EF}"/>
          </ac:spMkLst>
        </pc:spChg>
        <pc:spChg chg="add del mod ord">
          <ac:chgData name="Ciatti, Luis" userId="67d34ccc-3715-45c9-99fb-0416bd0f554a" providerId="ADAL" clId="{079CE51C-73CC-48D6-8769-F66B8D85F5D1}" dt="2026-07-02T12:55:13.553" v="3" actId="6264"/>
          <ac:spMkLst>
            <pc:docMk/>
            <pc:sldMk cId="3665548009" sldId="2076136791"/>
            <ac:spMk id="3" creationId="{13D68D99-452B-7AE5-BD54-43DD46027948}"/>
          </ac:spMkLst>
        </pc:spChg>
        <pc:spChg chg="add del mod ord">
          <ac:chgData name="Ciatti, Luis" userId="67d34ccc-3715-45c9-99fb-0416bd0f554a" providerId="ADAL" clId="{079CE51C-73CC-48D6-8769-F66B8D85F5D1}" dt="2026-07-02T12:55:13.553" v="3" actId="6264"/>
          <ac:spMkLst>
            <pc:docMk/>
            <pc:sldMk cId="3665548009" sldId="2076136791"/>
            <ac:spMk id="4" creationId="{8AE300C0-094E-0206-3B40-6128AE5927B2}"/>
          </ac:spMkLst>
        </pc:spChg>
        <pc:spChg chg="add del mod ord">
          <ac:chgData name="Ciatti, Luis" userId="67d34ccc-3715-45c9-99fb-0416bd0f554a" providerId="ADAL" clId="{079CE51C-73CC-48D6-8769-F66B8D85F5D1}" dt="2026-07-02T12:55:13.553" v="3" actId="6264"/>
          <ac:spMkLst>
            <pc:docMk/>
            <pc:sldMk cId="3665548009" sldId="2076136791"/>
            <ac:spMk id="5" creationId="{A42F1515-D2D9-9EC5-0823-4F371079328B}"/>
          </ac:spMkLst>
        </pc:spChg>
        <pc:spChg chg="del mod ord">
          <ac:chgData name="Ciatti, Luis" userId="67d34ccc-3715-45c9-99fb-0416bd0f554a" providerId="ADAL" clId="{079CE51C-73CC-48D6-8769-F66B8D85F5D1}" dt="2026-07-02T12:58:46.816" v="31" actId="478"/>
          <ac:spMkLst>
            <pc:docMk/>
            <pc:sldMk cId="3665548009" sldId="2076136791"/>
            <ac:spMk id="6" creationId="{F69EEDDD-C81B-4791-AAB1-344C153CDFD9}"/>
          </ac:spMkLst>
        </pc:spChg>
        <pc:spChg chg="add del mod ord">
          <ac:chgData name="Ciatti, Luis" userId="67d34ccc-3715-45c9-99fb-0416bd0f554a" providerId="ADAL" clId="{079CE51C-73CC-48D6-8769-F66B8D85F5D1}" dt="2026-07-02T12:55:34.885" v="5" actId="700"/>
          <ac:spMkLst>
            <pc:docMk/>
            <pc:sldMk cId="3665548009" sldId="2076136791"/>
            <ac:spMk id="7" creationId="{568539F0-B91A-D708-FC3C-31D3193F7A94}"/>
          </ac:spMkLst>
        </pc:spChg>
        <pc:spChg chg="add mod">
          <ac:chgData name="Ciatti, Luis" userId="67d34ccc-3715-45c9-99fb-0416bd0f554a" providerId="ADAL" clId="{079CE51C-73CC-48D6-8769-F66B8D85F5D1}" dt="2026-07-02T12:57:01.541" v="15"/>
          <ac:spMkLst>
            <pc:docMk/>
            <pc:sldMk cId="3665548009" sldId="2076136791"/>
            <ac:spMk id="8" creationId="{E86DF01D-30E7-7260-5AE3-0BB301BC5C4B}"/>
          </ac:spMkLst>
        </pc:spChg>
        <pc:spChg chg="add mod">
          <ac:chgData name="Ciatti, Luis" userId="67d34ccc-3715-45c9-99fb-0416bd0f554a" providerId="ADAL" clId="{079CE51C-73CC-48D6-8769-F66B8D85F5D1}" dt="2026-07-02T13:08:46.942" v="161" actId="2711"/>
          <ac:spMkLst>
            <pc:docMk/>
            <pc:sldMk cId="3665548009" sldId="2076136791"/>
            <ac:spMk id="9" creationId="{3AAE8C56-3ED7-F975-06A6-AE7630D0457A}"/>
          </ac:spMkLst>
        </pc:spChg>
        <pc:spChg chg="add mod">
          <ac:chgData name="Ciatti, Luis" userId="67d34ccc-3715-45c9-99fb-0416bd0f554a" providerId="ADAL" clId="{079CE51C-73CC-48D6-8769-F66B8D85F5D1}" dt="2026-07-02T13:14:45.219" v="208" actId="207"/>
          <ac:spMkLst>
            <pc:docMk/>
            <pc:sldMk cId="3665548009" sldId="2076136791"/>
            <ac:spMk id="12" creationId="{25F56D04-E285-FD26-1393-6D6EDF1E1AD5}"/>
          </ac:spMkLst>
        </pc:spChg>
        <pc:picChg chg="add mod">
          <ac:chgData name="Ciatti, Luis" userId="67d34ccc-3715-45c9-99fb-0416bd0f554a" providerId="ADAL" clId="{079CE51C-73CC-48D6-8769-F66B8D85F5D1}" dt="2026-07-02T13:08:48.325" v="164" actId="1076"/>
          <ac:picMkLst>
            <pc:docMk/>
            <pc:sldMk cId="3665548009" sldId="2076136791"/>
            <ac:picMk id="10" creationId="{7CF9C3B1-4B6D-9A25-D6A4-EB49C3A8FE90}"/>
          </ac:picMkLst>
        </pc:picChg>
        <pc:picChg chg="add del mod">
          <ac:chgData name="Ciatti, Luis" userId="67d34ccc-3715-45c9-99fb-0416bd0f554a" providerId="ADAL" clId="{079CE51C-73CC-48D6-8769-F66B8D85F5D1}" dt="2026-07-02T13:11:18.261" v="190" actId="478"/>
          <ac:picMkLst>
            <pc:docMk/>
            <pc:sldMk cId="3665548009" sldId="2076136791"/>
            <ac:picMk id="11" creationId="{21136C0C-5123-F281-3AEC-5FEB48AE7414}"/>
          </ac:picMkLst>
        </pc:picChg>
        <pc:picChg chg="add del mod">
          <ac:chgData name="Ciatti, Luis" userId="67d34ccc-3715-45c9-99fb-0416bd0f554a" providerId="ADAL" clId="{079CE51C-73CC-48D6-8769-F66B8D85F5D1}" dt="2026-07-02T13:08:52.339" v="170" actId="478"/>
          <ac:picMkLst>
            <pc:docMk/>
            <pc:sldMk cId="3665548009" sldId="2076136791"/>
            <ac:picMk id="1026" creationId="{2F267FF0-B975-8272-5502-155DEAB9440C}"/>
          </ac:picMkLst>
        </pc:picChg>
        <pc:picChg chg="add mod">
          <ac:chgData name="Ciatti, Luis" userId="67d34ccc-3715-45c9-99fb-0416bd0f554a" providerId="ADAL" clId="{079CE51C-73CC-48D6-8769-F66B8D85F5D1}" dt="2026-07-02T13:03:39.948" v="77" actId="1076"/>
          <ac:picMkLst>
            <pc:docMk/>
            <pc:sldMk cId="3665548009" sldId="2076136791"/>
            <ac:picMk id="1028" creationId="{84187FFB-1276-D64E-9172-6EA599B52CB7}"/>
          </ac:picMkLst>
        </pc:picChg>
        <pc:picChg chg="add mod">
          <ac:chgData name="Ciatti, Luis" userId="67d34ccc-3715-45c9-99fb-0416bd0f554a" providerId="ADAL" clId="{079CE51C-73CC-48D6-8769-F66B8D85F5D1}" dt="2026-07-02T13:06:07.769" v="126" actId="14100"/>
          <ac:picMkLst>
            <pc:docMk/>
            <pc:sldMk cId="3665548009" sldId="2076136791"/>
            <ac:picMk id="1030" creationId="{D715A355-75DC-B8EC-8886-1C6025344309}"/>
          </ac:picMkLst>
        </pc:picChg>
        <pc:picChg chg="add mod">
          <ac:chgData name="Ciatti, Luis" userId="67d34ccc-3715-45c9-99fb-0416bd0f554a" providerId="ADAL" clId="{079CE51C-73CC-48D6-8769-F66B8D85F5D1}" dt="2026-07-02T13:11:47.274" v="204" actId="1076"/>
          <ac:picMkLst>
            <pc:docMk/>
            <pc:sldMk cId="3665548009" sldId="2076136791"/>
            <ac:picMk id="1032" creationId="{8D2AAADA-6D8E-87E8-77DE-4436994E7340}"/>
          </ac:picMkLst>
        </pc:pic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1476902317" sldId="2142532067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1476902317" sldId="2142532067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3:08:42.698" v="156" actId="207"/>
        <pc:sldMkLst>
          <pc:docMk/>
          <pc:sldMk cId="1742287719" sldId="2142532072"/>
        </pc:sldMkLst>
        <pc:spChg chg="mod">
          <ac:chgData name="Ciatti, Luis" userId="67d34ccc-3715-45c9-99fb-0416bd0f554a" providerId="ADAL" clId="{079CE51C-73CC-48D6-8769-F66B8D85F5D1}" dt="2026-07-02T13:08:26.685" v="155" actId="207"/>
          <ac:spMkLst>
            <pc:docMk/>
            <pc:sldMk cId="1742287719" sldId="2142532072"/>
            <ac:spMk id="9" creationId="{E2F88E5F-09FF-493D-A2F5-8105A2612FBF}"/>
          </ac:spMkLst>
        </pc:spChg>
        <pc:spChg chg="mod">
          <ac:chgData name="Ciatti, Luis" userId="67d34ccc-3715-45c9-99fb-0416bd0f554a" providerId="ADAL" clId="{079CE51C-73CC-48D6-8769-F66B8D85F5D1}" dt="2026-07-02T13:07:11.425" v="139" actId="207"/>
          <ac:spMkLst>
            <pc:docMk/>
            <pc:sldMk cId="1742287719" sldId="2142532072"/>
            <ac:spMk id="11" creationId="{D7B6EAE9-78BA-435C-94A5-AEF575FA1072}"/>
          </ac:spMkLst>
        </pc:spChg>
        <pc:spChg chg="mod">
          <ac:chgData name="Ciatti, Luis" userId="67d34ccc-3715-45c9-99fb-0416bd0f554a" providerId="ADAL" clId="{079CE51C-73CC-48D6-8769-F66B8D85F5D1}" dt="2026-07-02T13:07:11.425" v="139" actId="207"/>
          <ac:spMkLst>
            <pc:docMk/>
            <pc:sldMk cId="1742287719" sldId="2142532072"/>
            <ac:spMk id="13" creationId="{31AE4D86-4D97-4AD9-A1DB-C0E0E0DC7ABF}"/>
          </ac:spMkLst>
        </pc:spChg>
        <pc:spChg chg="mod">
          <ac:chgData name="Ciatti, Luis" userId="67d34ccc-3715-45c9-99fb-0416bd0f554a" providerId="ADAL" clId="{079CE51C-73CC-48D6-8769-F66B8D85F5D1}" dt="2026-07-02T13:07:11.425" v="139" actId="207"/>
          <ac:spMkLst>
            <pc:docMk/>
            <pc:sldMk cId="1742287719" sldId="2142532072"/>
            <ac:spMk id="15" creationId="{F27D2EE2-119C-46AF-AA69-038E8F6C3C60}"/>
          </ac:spMkLst>
        </pc:spChg>
        <pc:spChg chg="mod">
          <ac:chgData name="Ciatti, Luis" userId="67d34ccc-3715-45c9-99fb-0416bd0f554a" providerId="ADAL" clId="{079CE51C-73CC-48D6-8769-F66B8D85F5D1}" dt="2026-07-02T13:08:42.698" v="156" actId="207"/>
          <ac:spMkLst>
            <pc:docMk/>
            <pc:sldMk cId="1742287719" sldId="2142532072"/>
            <ac:spMk id="27" creationId="{D251D970-3718-4F95-8A62-35A5B8A719A3}"/>
          </ac:spMkLst>
        </pc:spChg>
        <pc:spChg chg="mod">
          <ac:chgData name="Ciatti, Luis" userId="67d34ccc-3715-45c9-99fb-0416bd0f554a" providerId="ADAL" clId="{079CE51C-73CC-48D6-8769-F66B8D85F5D1}" dt="2026-07-02T13:07:11.425" v="139" actId="207"/>
          <ac:spMkLst>
            <pc:docMk/>
            <pc:sldMk cId="1742287719" sldId="2142532072"/>
            <ac:spMk id="29" creationId="{C00E20C8-7AAC-C0F8-8D7B-9F1F5DA2209F}"/>
          </ac:spMkLst>
        </pc:spChg>
        <pc:graphicFrameChg chg="modGraphic">
          <ac:chgData name="Ciatti, Luis" userId="67d34ccc-3715-45c9-99fb-0416bd0f554a" providerId="ADAL" clId="{079CE51C-73CC-48D6-8769-F66B8D85F5D1}" dt="2026-07-02T13:07:09.539" v="138"/>
          <ac:graphicFrameMkLst>
            <pc:docMk/>
            <pc:sldMk cId="1742287719" sldId="2142532072"/>
            <ac:graphicFrameMk id="23" creationId="{12B03622-6878-6F90-DDE0-2AC4010CC98B}"/>
          </ac:graphicFrameMkLst>
        </pc:graphicFrame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3538460266" sldId="2142532088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3538460266" sldId="2142532088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112661185" sldId="2142532089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112661185" sldId="2142532089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4272390752" sldId="2142532091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4272390752" sldId="2142532091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1478555870" sldId="2142532092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1478555870" sldId="2142532092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541775030" sldId="2142532094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541775030" sldId="2142532094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3159709978" sldId="2142532095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3159709978" sldId="2142532095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624423549" sldId="2142532096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624423549" sldId="2142532096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4178490917" sldId="2142532097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4178490917" sldId="2142532097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2880000035" sldId="2142532099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2880000035" sldId="2142532099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1605417091" sldId="2142532101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1605417091" sldId="2142532101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884460427" sldId="2142532103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884460427" sldId="2142532103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2646334771" sldId="2142532104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2646334771" sldId="2142532104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1102624332" sldId="2142532105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1102624332" sldId="2142532105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585833697" sldId="2142532107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585833697" sldId="2142532107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400055490" sldId="2142532108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400055490" sldId="2142532108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1843319308" sldId="2142532109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1843319308" sldId="2142532109"/>
            <ac:spMk id="27" creationId="{B6F1B2C1-5745-F57D-6357-4063E32C80F5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3601948692" sldId="2142532110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3601948692" sldId="2142532110"/>
            <ac:spMk id="27" creationId="{5FF3745A-6D62-68D1-0FA3-F036D959CA10}"/>
          </ac:spMkLst>
        </pc:spChg>
      </pc:sldChg>
      <pc:sldChg chg="add del setBg">
        <pc:chgData name="Ciatti, Luis" userId="67d34ccc-3715-45c9-99fb-0416bd0f554a" providerId="ADAL" clId="{079CE51C-73CC-48D6-8769-F66B8D85F5D1}" dt="2026-07-02T12:56:22.018" v="11"/>
        <pc:sldMkLst>
          <pc:docMk/>
          <pc:sldMk cId="68625319" sldId="2142532111"/>
        </pc:sldMkLst>
      </pc:sldChg>
      <pc:sldChg chg="addSp delSp modSp new del mod setBg modClrScheme chgLayout">
        <pc:chgData name="Ciatti, Luis" userId="67d34ccc-3715-45c9-99fb-0416bd0f554a" providerId="ADAL" clId="{079CE51C-73CC-48D6-8769-F66B8D85F5D1}" dt="2026-07-02T12:58:29.526" v="28" actId="680"/>
        <pc:sldMkLst>
          <pc:docMk/>
          <pc:sldMk cId="1667240505" sldId="2142532111"/>
        </pc:sldMkLst>
        <pc:spChg chg="add del">
          <ac:chgData name="Ciatti, Luis" userId="67d34ccc-3715-45c9-99fb-0416bd0f554a" providerId="ADAL" clId="{079CE51C-73CC-48D6-8769-F66B8D85F5D1}" dt="2026-07-02T12:58:29.398" v="27" actId="26606"/>
          <ac:spMkLst>
            <pc:docMk/>
            <pc:sldMk cId="1667240505" sldId="2142532111"/>
            <ac:spMk id="2" creationId="{1EE5583D-9FEF-3EF7-A60D-09C59641A709}"/>
          </ac:spMkLst>
        </pc:spChg>
        <pc:spChg chg="add del">
          <ac:chgData name="Ciatti, Luis" userId="67d34ccc-3715-45c9-99fb-0416bd0f554a" providerId="ADAL" clId="{079CE51C-73CC-48D6-8769-F66B8D85F5D1}" dt="2026-07-02T12:58:29.398" v="27" actId="26606"/>
          <ac:spMkLst>
            <pc:docMk/>
            <pc:sldMk cId="1667240505" sldId="2142532111"/>
            <ac:spMk id="3" creationId="{981CBDCA-8F04-73A8-49AC-A09C66436666}"/>
          </ac:spMkLst>
        </pc:spChg>
        <pc:spChg chg="mod ord modVis">
          <ac:chgData name="Ciatti, Luis" userId="67d34ccc-3715-45c9-99fb-0416bd0f554a" providerId="ADAL" clId="{079CE51C-73CC-48D6-8769-F66B8D85F5D1}" dt="2026-07-02T12:58:29.398" v="27" actId="26606"/>
          <ac:spMkLst>
            <pc:docMk/>
            <pc:sldMk cId="1667240505" sldId="2142532111"/>
            <ac:spMk id="4" creationId="{2EE0B3A2-D869-9E13-D41E-392E76D196A6}"/>
          </ac:spMkLst>
        </pc:spChg>
        <pc:spChg chg="add del mod">
          <ac:chgData name="Ciatti, Luis" userId="67d34ccc-3715-45c9-99fb-0416bd0f554a" providerId="ADAL" clId="{079CE51C-73CC-48D6-8769-F66B8D85F5D1}" dt="2026-07-02T12:58:29.398" v="27" actId="26606"/>
          <ac:spMkLst>
            <pc:docMk/>
            <pc:sldMk cId="1667240505" sldId="2142532111"/>
            <ac:spMk id="9" creationId="{F307619D-9921-964C-B683-6B276855F6F6}"/>
          </ac:spMkLst>
        </pc:spChg>
      </pc:sldChg>
      <pc:sldChg chg="modSp add mod modClrScheme chgLayout">
        <pc:chgData name="Ciatti, Luis" userId="67d34ccc-3715-45c9-99fb-0416bd0f554a" providerId="ADAL" clId="{079CE51C-73CC-48D6-8769-F66B8D85F5D1}" dt="2026-07-02T18:52:05.263" v="214" actId="700"/>
        <pc:sldMkLst>
          <pc:docMk/>
          <pc:sldMk cId="2326066471" sldId="2142532111"/>
        </pc:sldMkLst>
        <pc:spChg chg="mod">
          <ac:chgData name="Ciatti, Luis" userId="67d34ccc-3715-45c9-99fb-0416bd0f554a" providerId="ADAL" clId="{079CE51C-73CC-48D6-8769-F66B8D85F5D1}" dt="2026-07-02T18:38:05.686" v="210"/>
          <ac:spMkLst>
            <pc:docMk/>
            <pc:sldMk cId="2326066471" sldId="2142532111"/>
            <ac:spMk id="27" creationId="{5DAA4FA8-00D6-2AAA-5F02-31A105356ADE}"/>
          </ac:spMkLst>
        </pc:spChg>
      </pc:sldChg>
      <pc:sldChg chg="add del setBg">
        <pc:chgData name="Ciatti, Luis" userId="67d34ccc-3715-45c9-99fb-0416bd0f554a" providerId="ADAL" clId="{079CE51C-73CC-48D6-8769-F66B8D85F5D1}" dt="2026-07-02T12:56:57.905" v="14"/>
        <pc:sldMkLst>
          <pc:docMk/>
          <pc:sldMk cId="3936668706" sldId="2142532111"/>
        </pc:sldMkLst>
      </pc:sldChg>
      <pc:sldChg chg="modSp add mod modClrScheme chgLayout">
        <pc:chgData name="Ciatti, Luis" userId="67d34ccc-3715-45c9-99fb-0416bd0f554a" providerId="ADAL" clId="{079CE51C-73CC-48D6-8769-F66B8D85F5D1}" dt="2026-07-02T18:52:10.230" v="215" actId="700"/>
        <pc:sldMkLst>
          <pc:docMk/>
          <pc:sldMk cId="3105978863" sldId="2142532112"/>
        </pc:sldMkLst>
        <pc:spChg chg="mod">
          <ac:chgData name="Ciatti, Luis" userId="67d34ccc-3715-45c9-99fb-0416bd0f554a" providerId="ADAL" clId="{079CE51C-73CC-48D6-8769-F66B8D85F5D1}" dt="2026-07-02T18:38:31.098" v="213"/>
          <ac:spMkLst>
            <pc:docMk/>
            <pc:sldMk cId="3105978863" sldId="2142532112"/>
            <ac:spMk id="27" creationId="{0C76E383-5382-CF42-F855-C7ADE2E0512D}"/>
          </ac:spMkLst>
        </pc:spChg>
      </pc:sldChg>
      <pc:sldChg chg="add del setBg">
        <pc:chgData name="Ciatti, Luis" userId="67d34ccc-3715-45c9-99fb-0416bd0f554a" providerId="ADAL" clId="{079CE51C-73CC-48D6-8769-F66B8D85F5D1}" dt="2026-07-02T12:56:21.475" v="10"/>
        <pc:sldMkLst>
          <pc:docMk/>
          <pc:sldMk cId="3182952847" sldId="2142532112"/>
        </pc:sldMkLst>
      </pc:sldChg>
      <pc:sldChg chg="add del setBg">
        <pc:chgData name="Ciatti, Luis" userId="67d34ccc-3715-45c9-99fb-0416bd0f554a" providerId="ADAL" clId="{079CE51C-73CC-48D6-8769-F66B8D85F5D1}" dt="2026-07-02T12:56:20.671" v="9"/>
        <pc:sldMkLst>
          <pc:docMk/>
          <pc:sldMk cId="2042513169" sldId="2142532113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6D88A55-27A1-4726-B6BA-565570B037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F60674-C439-4C47-991B-97891DFF182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8B6A92-9AC4-4241-A12D-3E444424FB26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188F0D-C29C-4E6C-958B-8709D00BDD5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F97745-075A-4829-97D2-C764BFC9ED3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3909FF-10D1-4B66-B741-D72AB76F56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13822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10CCDE-DDDC-4977-B090-4BB893DA5E37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309035-2A4D-4DEF-8CB7-7629389143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713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309035-2A4D-4DEF-8CB7-76293891436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04644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4106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0663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3935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94CA3-56C4-09D9-355B-C50402872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B85DBE9-F893-8593-6D7C-E7F14D2B6A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E639884-B3A5-C72F-DBCD-8179DACB58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A9AA456-0B89-9C42-484D-A1982B8E5F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242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5FFC3-BC91-BDD7-C5CF-7B8AEE5F7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1E8418A-0E69-9F47-2760-DB14AEC66A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C205A35-DA41-046C-2865-5459F89349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157B87F-9311-A313-5029-26E38A6DF1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2398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0362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173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8321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7326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0010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8938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3264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9819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217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0712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3991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7017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3217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5765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E10FF-B811-03BE-94F1-4AD5BA781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07EF29E-4A11-A6BA-A3C2-233BEEBF5E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6EF7FC5-0945-F0A6-97F5-7CCB5B9220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6195930-EC48-AF0B-22B8-DB432174E3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7630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DECA3-CBD9-AE75-B093-F02F40AC6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97F1469-EB11-AE35-1532-F1F09A6EBC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030A316-0497-A23E-777C-A28BC69949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36E4615-4203-0320-85A6-8CDDDEA990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50000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9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9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tags" Target="../tags/tag2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tags" Target="../tags/tag2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tags" Target="../tags/tag2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tags" Target="../tags/tag3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3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32.xml"/><Relationship Id="rId2" Type="http://schemas.openxmlformats.org/officeDocument/2006/relationships/tags" Target="../tags/tag3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34.xml"/><Relationship Id="rId2" Type="http://schemas.openxmlformats.org/officeDocument/2006/relationships/tags" Target="../tags/tag3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tags" Target="../tags/tag3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tags" Target="../tags/tag3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tags" Target="../tags/tag4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tags" Target="../tags/tag4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tags" Target="../tags/tag4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tags" Target="../tags/tag46.xml"/><Relationship Id="rId2" Type="http://schemas.openxmlformats.org/officeDocument/2006/relationships/tags" Target="../tags/tag4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tags" Target="../tags/tag4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50.xml"/><Relationship Id="rId2" Type="http://schemas.openxmlformats.org/officeDocument/2006/relationships/tags" Target="../tags/tag5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tags" Target="../tags/tag52.xml"/><Relationship Id="rId2" Type="http://schemas.openxmlformats.org/officeDocument/2006/relationships/tags" Target="../tags/tag5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tags" Target="../tags/tag54.xml"/><Relationship Id="rId2" Type="http://schemas.openxmlformats.org/officeDocument/2006/relationships/tags" Target="../tags/tag5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tags" Target="../tags/tag56.xml"/><Relationship Id="rId2" Type="http://schemas.openxmlformats.org/officeDocument/2006/relationships/tags" Target="../tags/tag5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tags" Target="../tags/tag58.xml"/><Relationship Id="rId2" Type="http://schemas.openxmlformats.org/officeDocument/2006/relationships/tags" Target="../tags/tag5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8.bin"/><Relationship Id="rId5" Type="http://schemas.openxmlformats.org/officeDocument/2006/relationships/image" Target="../media/image3.emf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tags" Target="../tags/tag60.xml"/><Relationship Id="rId2" Type="http://schemas.openxmlformats.org/officeDocument/2006/relationships/tags" Target="../tags/tag6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9.bin"/><Relationship Id="rId5" Type="http://schemas.openxmlformats.org/officeDocument/2006/relationships/image" Target="../media/image3.emf"/><Relationship Id="rId6" Type="http://schemas.openxmlformats.org/officeDocument/2006/relationships/image" Target="../media/image11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tags" Target="../tags/tag62.xml"/><Relationship Id="rId2" Type="http://schemas.openxmlformats.org/officeDocument/2006/relationships/tags" Target="../tags/tag6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0.bin"/><Relationship Id="rId5" Type="http://schemas.openxmlformats.org/officeDocument/2006/relationships/image" Target="../media/image3.emf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tags" Target="../tags/tag64.xml"/><Relationship Id="rId2" Type="http://schemas.openxmlformats.org/officeDocument/2006/relationships/tags" Target="../tags/tag6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1.bin"/><Relationship Id="rId5" Type="http://schemas.openxmlformats.org/officeDocument/2006/relationships/image" Target="../media/image3.emf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tags" Target="../tags/tag6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tags" Target="../tags/tag6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tags" Target="../tags/tag6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tags" Target="../tags/tag6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tags" Target="../tags/tag7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tags" Target="../tags/tag7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tags" Target="../tags/tag7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tags" Target="../tags/tag73.xml"/><Relationship Id="rId2" Type="http://schemas.openxmlformats.org/officeDocument/2006/relationships/tags" Target="../tags/tag74.xml"/><Relationship Id="rId3" Type="http://schemas.openxmlformats.org/officeDocument/2006/relationships/tags" Target="../tags/tag75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3.bin"/><Relationship Id="rId6" Type="http://schemas.openxmlformats.org/officeDocument/2006/relationships/image" Target="../media/image3.emf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tags" Target="../tags/tag76.xml"/><Relationship Id="rId2" Type="http://schemas.openxmlformats.org/officeDocument/2006/relationships/tags" Target="../tags/tag77.xml"/><Relationship Id="rId3" Type="http://schemas.openxmlformats.org/officeDocument/2006/relationships/tags" Target="../tags/tag78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4.bin"/><Relationship Id="rId6" Type="http://schemas.openxmlformats.org/officeDocument/2006/relationships/image" Target="../media/image3.emf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tags" Target="../tags/tag79.xml"/><Relationship Id="rId2" Type="http://schemas.openxmlformats.org/officeDocument/2006/relationships/tags" Target="../tags/tag80.xml"/><Relationship Id="rId3" Type="http://schemas.openxmlformats.org/officeDocument/2006/relationships/tags" Target="../tags/tag81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5.bin"/><Relationship Id="rId6" Type="http://schemas.openxmlformats.org/officeDocument/2006/relationships/image" Target="../media/image3.emf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tags" Target="../tags/tag82.xml"/><Relationship Id="rId2" Type="http://schemas.openxmlformats.org/officeDocument/2006/relationships/tags" Target="../tags/tag83.xml"/><Relationship Id="rId3" Type="http://schemas.openxmlformats.org/officeDocument/2006/relationships/tags" Target="../tags/tag84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6.bin"/><Relationship Id="rId6" Type="http://schemas.openxmlformats.org/officeDocument/2006/relationships/image" Target="../media/image3.emf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tags" Target="../tags/tag85.xml"/><Relationship Id="rId2" Type="http://schemas.openxmlformats.org/officeDocument/2006/relationships/tags" Target="../tags/tag86.xml"/><Relationship Id="rId3" Type="http://schemas.openxmlformats.org/officeDocument/2006/relationships/tags" Target="../tags/tag87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7.bin"/><Relationship Id="rId6" Type="http://schemas.openxmlformats.org/officeDocument/2006/relationships/image" Target="../media/image3.emf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tags" Target="../tags/tag88.xml"/><Relationship Id="rId2" Type="http://schemas.openxmlformats.org/officeDocument/2006/relationships/tags" Target="../tags/tag89.xml"/><Relationship Id="rId3" Type="http://schemas.openxmlformats.org/officeDocument/2006/relationships/tags" Target="../tags/tag90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8.bin"/><Relationship Id="rId6" Type="http://schemas.openxmlformats.org/officeDocument/2006/relationships/image" Target="../media/image3.emf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emf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blue"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2599180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6A4EE19E-E41D-40A4-A09A-888FA8E2FB8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6909" cy="5147994"/>
          </a:xfrm>
          <a:prstGeom prst="rect">
            <a:avLst/>
          </a:prstGeom>
        </p:spPr>
      </p:pic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</p:spTree>
    <p:extLst>
      <p:ext uri="{BB962C8B-B14F-4D97-AF65-F5344CB8AC3E}">
        <p14:creationId xmlns:p14="http://schemas.microsoft.com/office/powerpoint/2010/main" val="2039388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ue">
    <p:bg>
      <p:bgPr>
        <a:gradFill>
          <a:gsLst>
            <a:gs pos="18000">
              <a:srgbClr val="0089C4"/>
            </a:gs>
            <a:gs pos="100000">
              <a:srgbClr val="629FD5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65069459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A4EE19E-E41D-40A4-A09A-888FA8E2FB8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6909" cy="5147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428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aqua">
    <p:bg>
      <p:bgPr>
        <a:gradFill>
          <a:gsLst>
            <a:gs pos="0">
              <a:srgbClr val="156570"/>
            </a:gs>
            <a:gs pos="100000">
              <a:srgbClr val="1E9D8B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40807366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7"/>
            <a:ext cx="9136556" cy="51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317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aqua">
    <p:bg>
      <p:bgPr>
        <a:gradFill>
          <a:gsLst>
            <a:gs pos="18000">
              <a:srgbClr val="1E9D8B"/>
            </a:gs>
            <a:gs pos="100000">
              <a:srgbClr val="4FB5AE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64229734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7"/>
            <a:ext cx="9136556" cy="51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701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 dark green">
    <p:bg>
      <p:bgPr>
        <a:gradFill>
          <a:gsLst>
            <a:gs pos="0">
              <a:srgbClr val="00693C"/>
            </a:gs>
            <a:gs pos="100000">
              <a:srgbClr val="5B8F22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85488729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8"/>
            <a:ext cx="9136555" cy="51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008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green">
    <p:bg>
      <p:bgPr>
        <a:gradFill>
          <a:gsLst>
            <a:gs pos="100000">
              <a:srgbClr val="A4B507"/>
            </a:gs>
            <a:gs pos="18000">
              <a:srgbClr val="5B8F22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05546830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8"/>
            <a:ext cx="9136555" cy="51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764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pink">
    <p:bg>
      <p:bgPr>
        <a:gradFill>
          <a:gsLst>
            <a:gs pos="0">
              <a:srgbClr val="91004B"/>
            </a:gs>
            <a:gs pos="100000">
              <a:srgbClr val="EC4371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1950296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69"/>
            <a:ext cx="9136553" cy="514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317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pink">
    <p:bg>
      <p:bgPr>
        <a:gradFill>
          <a:gsLst>
            <a:gs pos="100000">
              <a:srgbClr val="E59AAA"/>
            </a:gs>
            <a:gs pos="18000">
              <a:srgbClr val="EC4371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35574405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69"/>
            <a:ext cx="9136553" cy="514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27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purple">
    <p:bg>
      <p:bgPr>
        <a:gradFill>
          <a:gsLst>
            <a:gs pos="0">
              <a:srgbClr val="631D76"/>
            </a:gs>
            <a:gs pos="100000">
              <a:srgbClr val="7D0063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19028206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9"/>
            <a:ext cx="9136553" cy="514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503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purple">
    <p:bg>
      <p:bgPr>
        <a:gradFill>
          <a:gsLst>
            <a:gs pos="100000">
              <a:srgbClr val="A873A9"/>
            </a:gs>
            <a:gs pos="18000">
              <a:srgbClr val="7D0063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10347192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9"/>
            <a:ext cx="9136553" cy="514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125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orange">
    <p:bg>
      <p:bgPr>
        <a:gradFill>
          <a:gsLst>
            <a:gs pos="0">
              <a:srgbClr val="983222"/>
            </a:gs>
            <a:gs pos="100000">
              <a:srgbClr val="E98300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1"/>
            <a:ext cx="9136553" cy="514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9041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orange">
    <p:bg>
      <p:bgPr>
        <a:gradFill>
          <a:gsLst>
            <a:gs pos="15000">
              <a:srgbClr val="E98300"/>
            </a:gs>
            <a:gs pos="100000">
              <a:srgbClr val="EEAF00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1"/>
            <a:ext cx="9136553" cy="514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3312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76646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36979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Standard tex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32723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4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251649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qua Standard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07656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395435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Standard tex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407191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294426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range Standard tex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81627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556915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nk Standard tex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82993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225312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urple Standard tex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117469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157792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4667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34254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289470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202675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qua 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984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026694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Title Onl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10187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529322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range Title Onl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3579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324845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nk Title Only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267422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708952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urple Title Only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347616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332973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197577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8627785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978996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761091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qua 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247351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4241741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Two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11856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415303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range Two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577915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825861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nk Two Cont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990329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94253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urple Two Conten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929640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5953970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imag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BF4024-250B-4DF0-88FD-894C7422FA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74871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BF4024-250B-4DF0-88FD-894C7422FA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D240ED2-4EC0-4518-89F1-BBB2F52D743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3492500" cy="51389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B71538-B430-4B25-AB35-31746FF03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5936" y="380999"/>
            <a:ext cx="4032052" cy="6985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42523A-C070-4FDB-86F7-7875D41CCDA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10264BD-5203-49E4-BC0F-3E4178D54B1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E744C28-1BF7-4E7F-A965-D914E61E58F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A17CC56-2B12-4A59-950F-3DCB9600CE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995936" y="1217612"/>
            <a:ext cx="4644828" cy="34607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9031509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tical imag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DD493118-70BE-49DA-9C6C-347B4D8A8BC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23859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DD493118-70BE-49DA-9C6C-347B4D8A8B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C1B156F3-CF8C-4CDD-A03E-A24D93085D2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5651500" y="0"/>
            <a:ext cx="3492500" cy="51389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923F61C-4E8C-4FD1-B6ED-B2BBE09DE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6" y="380999"/>
            <a:ext cx="4535575" cy="6985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15EEC5-0A06-4B5F-809B-FA1044DD410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31F658F-CD8F-4E6E-BDBA-CBEEDB56840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9D84B06-2D47-45F2-9684-460ADDAA2DA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A4E067B-840F-47D3-B48B-45596F55FF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4825" y="1217613"/>
            <a:ext cx="4535576" cy="34607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A2ED915-94F6-46CD-826E-92A745D5529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6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1192459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imag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E796B7A6-8E09-43BE-AD8E-4D7F6C40B1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43621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E796B7A6-8E09-43BE-AD8E-4D7F6C40B1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6980C839-211D-4D2C-84AA-B3FFFB3A69E6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2" y="1217612"/>
            <a:ext cx="5656880" cy="34607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41FA11C-355A-42A0-8ACC-631313FC9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361182E-6B7A-4849-BC57-86A86014FF88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52FD04A-862C-4934-BC73-93BBD939EFD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BB82D07-B33E-49CB-AC52-C6579322403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4820880-CEF8-4B01-8B09-8EC1A7E2F09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872147" y="1217612"/>
            <a:ext cx="2768616" cy="34607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14361059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imag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3502617" y="1217613"/>
            <a:ext cx="5641383" cy="3460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4250E1E-97E8-4411-B532-AD7CE1F30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AA891F-E92C-403A-BFCC-535E846FAAD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82573C8-E590-4CEE-84C0-E3B118D75FA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D0A0AFB-ED51-4458-A2A2-DDC32D4086E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D241E64-67CD-4CA0-81D4-1083916DD1B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4825" y="1217612"/>
            <a:ext cx="2757568" cy="34607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6286240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504825" y="1217613"/>
            <a:ext cx="3816350" cy="2346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4824413" y="1217613"/>
            <a:ext cx="3816350" cy="2346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AB248D-57C3-42BE-B1A8-E7FC1A387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D1C86-B158-41D0-A938-63F01F335763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26D6C4-8F10-4092-B714-9020C41BB820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ADD015-4119-4EA1-B431-858F91EA5FD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8BDAA8A-021C-4EC1-B26E-48889996AA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04825" y="3753002"/>
            <a:ext cx="3816350" cy="9253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98F5822-A908-4933-8FD3-A83B190BF6E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824413" y="3753002"/>
            <a:ext cx="3816350" cy="9253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0639922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3F063C06-AE5B-4F6F-9C37-FBE1184F3CB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08615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3F063C06-AE5B-4F6F-9C37-FBE1184F3C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DDD051A0-039D-42D9-A58B-EA14A08412FD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504825" y="1217613"/>
            <a:ext cx="8135939" cy="3460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E0F8291-C16C-4418-9B6D-28D21CA7A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BB389B-3B07-4E50-B6D9-4F152C76707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6D7D42-1612-4F34-9E0C-4BB0F061DDF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40F500-5589-4B84-923C-8EFC4E3CAED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08076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5797D4-FD91-4A72-BFB7-8798A1097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B80F89-4AE5-4088-80FE-245322572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8167E6-9B12-4AF6-B568-50379A338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24588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389AD4B-CD2A-4E02-85A1-532A4A2512E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946272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389AD4B-CD2A-4E02-85A1-532A4A2512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97ACB5B-4858-4068-9665-FC3C21C1065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0" y="0"/>
            <a:ext cx="9144000" cy="51435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insert photo (16:9)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1F548E2F-0354-46E1-A24B-261AE84898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383369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389AD4B-CD2A-4E02-85A1-532A4A2512E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795649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389AD4B-CD2A-4E02-85A1-532A4A2512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62C7498-3AB5-4406-913C-71CCEC8866D0}"/>
              </a:ext>
            </a:extLst>
          </p:cNvPr>
          <p:cNvSpPr>
            <a:spLocks noGrp="1"/>
          </p:cNvSpPr>
          <p:nvPr>
            <p:ph type="media" sz="quarter" idx="22" hasCustomPrompt="1"/>
          </p:nvPr>
        </p:nvSpPr>
        <p:spPr>
          <a:xfrm>
            <a:off x="0" y="0"/>
            <a:ext cx="9144000" cy="51435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insert video (16:9)</a:t>
            </a:r>
          </a:p>
        </p:txBody>
      </p:sp>
    </p:spTree>
    <p:extLst>
      <p:ext uri="{BB962C8B-B14F-4D97-AF65-F5344CB8AC3E}">
        <p14:creationId xmlns:p14="http://schemas.microsoft.com/office/powerpoint/2010/main" val="19104664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0068937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blue"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80518A-9ACF-8844-AFD1-AB184AC65B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4381003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blue">
    <p:bg>
      <p:bgPr>
        <a:gradFill>
          <a:gsLst>
            <a:gs pos="18000">
              <a:srgbClr val="0089C4"/>
            </a:gs>
            <a:gs pos="0">
              <a:srgbClr val="0089C4"/>
            </a:gs>
            <a:gs pos="100000">
              <a:srgbClr val="629FD5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4770E6-DFFC-4965-BCFF-C2F025ADA5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0497796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aqua">
    <p:bg>
      <p:bgPr>
        <a:gradFill>
          <a:gsLst>
            <a:gs pos="0">
              <a:srgbClr val="156570"/>
            </a:gs>
            <a:gs pos="100000">
              <a:srgbClr val="1E9D8B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63CA9F-55F7-443D-BDB2-CC212DC826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7974040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aqua">
    <p:bg>
      <p:bgPr>
        <a:gradFill>
          <a:gsLst>
            <a:gs pos="18000">
              <a:srgbClr val="1E9D8B"/>
            </a:gs>
            <a:gs pos="0">
              <a:srgbClr val="1E9D8B"/>
            </a:gs>
            <a:gs pos="100000">
              <a:srgbClr val="4FB5AE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58E946-AE1B-43D2-AC7C-8CB943F677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512937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green">
    <p:bg>
      <p:bgPr>
        <a:gradFill>
          <a:gsLst>
            <a:gs pos="0">
              <a:srgbClr val="00693C"/>
            </a:gs>
            <a:gs pos="100000">
              <a:srgbClr val="5B8F22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1F90D0-6CD9-4C1B-A4C2-46CE98B2AB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5538615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green">
    <p:bg>
      <p:bgPr>
        <a:gradFill>
          <a:gsLst>
            <a:gs pos="18000">
              <a:srgbClr val="5B8F22"/>
            </a:gs>
            <a:gs pos="0">
              <a:srgbClr val="5B8F22"/>
            </a:gs>
            <a:gs pos="100000">
              <a:srgbClr val="A4B507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7AA786-DB75-447B-8332-AC6C6640A5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7193419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pink">
    <p:bg>
      <p:bgPr>
        <a:gradFill>
          <a:gsLst>
            <a:gs pos="0">
              <a:srgbClr val="91004B"/>
            </a:gs>
            <a:gs pos="100000">
              <a:srgbClr val="EC4371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DAE9EB-A548-4354-803D-A97A84FD56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3320072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pink">
    <p:bg>
      <p:bgPr>
        <a:gradFill>
          <a:gsLst>
            <a:gs pos="18000">
              <a:srgbClr val="EC4371"/>
            </a:gs>
            <a:gs pos="0">
              <a:srgbClr val="EC4371"/>
            </a:gs>
            <a:gs pos="100000">
              <a:srgbClr val="E59AAA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8FE969-BFB6-40FA-BDFB-A70E2DA113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4570116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purple">
    <p:bg>
      <p:bgPr>
        <a:gradFill>
          <a:gsLst>
            <a:gs pos="0">
              <a:srgbClr val="631D76"/>
            </a:gs>
            <a:gs pos="100000">
              <a:srgbClr val="7D0063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4935F9-513A-4F2C-A7C3-7F6333C538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4495057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purple">
    <p:bg>
      <p:bgPr>
        <a:gradFill>
          <a:gsLst>
            <a:gs pos="18000">
              <a:srgbClr val="7D0063"/>
            </a:gs>
            <a:gs pos="0">
              <a:srgbClr val="7D0063"/>
            </a:gs>
            <a:gs pos="100000">
              <a:srgbClr val="A873A9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+mj-lt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B6D403-B8D3-4876-B7EF-4C11A84F19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0697520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orange">
    <p:bg>
      <p:bgPr>
        <a:gradFill>
          <a:gsLst>
            <a:gs pos="0">
              <a:srgbClr val="983222"/>
            </a:gs>
            <a:gs pos="100000">
              <a:srgbClr val="E98300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390B55-9157-4153-BA72-3B90C02644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2022600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orange">
    <p:bg>
      <p:bgPr>
        <a:gradFill>
          <a:gsLst>
            <a:gs pos="18000">
              <a:srgbClr val="E98300"/>
            </a:gs>
            <a:gs pos="0">
              <a:srgbClr val="E98300"/>
            </a:gs>
            <a:gs pos="100000">
              <a:srgbClr val="EEAF00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390B55-9157-4153-BA72-3B90C02644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3895623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overlay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B1F58990-F6FE-47C5-BC21-2A45263505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08391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B1F58990-F6FE-47C5-BC21-2A45263505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0" y="0"/>
            <a:ext cx="3492500" cy="5143500"/>
          </a:xfrm>
          <a:prstGeom prst="rect">
            <a:avLst/>
          </a:prstGeom>
          <a:solidFill>
            <a:srgbClr val="004D79">
              <a:alpha val="89804"/>
            </a:srgbClr>
          </a:solidFill>
        </p:spPr>
        <p:txBody>
          <a:bodyPr vert="horz"/>
          <a:lstStyle>
            <a:lvl1pPr marL="0" indent="0">
              <a:buFontTx/>
              <a:buNone/>
              <a:defRPr>
                <a:ln>
                  <a:noFill/>
                </a:ln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317500" y="1219198"/>
            <a:ext cx="2851150" cy="31879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  <a:p>
            <a:pPr lvl="0"/>
            <a:endParaRPr lang="en-US" noProof="0"/>
          </a:p>
          <a:p>
            <a:pPr lvl="0"/>
            <a:endParaRPr lang="en-US" noProof="0"/>
          </a:p>
          <a:p>
            <a:pPr lvl="0"/>
            <a:endParaRPr lang="en-US" noProof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AB25F741-4DE1-41E1-8A68-93B346DCAEF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8844014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overlay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2622BA5-BC34-4A58-9264-E2D05A0F24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027331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2622BA5-BC34-4A58-9264-E2D05A0F24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651501" y="0"/>
            <a:ext cx="3492500" cy="51435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</p:spPr>
        <p:txBody>
          <a:bodyPr vert="horz"/>
          <a:lstStyle>
            <a:lvl1pPr marL="0" indent="0">
              <a:buFontTx/>
              <a:buNone/>
              <a:defRPr>
                <a:ln>
                  <a:noFill/>
                </a:ln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5964001" y="1219200"/>
            <a:ext cx="2865673" cy="318849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  <a:p>
            <a:pPr lvl="0"/>
            <a:endParaRPr lang="en-US" noProof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24DD6326-33BA-4174-807D-738A31A7001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>
            <a:blip r:embed="rId5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408172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overlay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C7DA24CE-89CA-4008-85D4-D98FA9672B3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63583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C7DA24CE-89CA-4008-85D4-D98FA9672B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0" y="3933827"/>
            <a:ext cx="9144000" cy="1209675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</p:spPr>
        <p:txBody>
          <a:bodyPr vert="horz"/>
          <a:lstStyle>
            <a:lvl1pPr marL="0" indent="0">
              <a:buFontTx/>
              <a:buNone/>
              <a:defRPr>
                <a:ln>
                  <a:noFill/>
                </a:ln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504825" y="4218316"/>
            <a:ext cx="8135938" cy="6524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  <a:p>
            <a:pPr lvl="0"/>
            <a:endParaRPr lang="en-US" noProof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9A5C95AE-299F-431B-AB66-08FC9F22E31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4078266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small overlay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ABAA68A-08EA-496D-B665-88DDACBC07B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035538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ABAA68A-08EA-496D-B665-88DDACBC07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504825" y="2429550"/>
            <a:ext cx="3510000" cy="1971000"/>
          </a:xfrm>
          <a:prstGeom prst="rect">
            <a:avLst/>
          </a:prstGeom>
          <a:solidFill>
            <a:srgbClr val="004D79">
              <a:alpha val="90000"/>
            </a:srgbClr>
          </a:solidFill>
        </p:spPr>
        <p:txBody>
          <a:bodyPr lIns="134955" tIns="134955" rIns="134955" bIns="134955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EFB6CD9-7626-429B-A638-CA2C3907F2F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8381753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small overlay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16486757-F9A3-4F23-8717-59ECFD7A898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666729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16486757-F9A3-4F23-8717-59ECFD7A8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5130763" y="748665"/>
            <a:ext cx="3510000" cy="1971000"/>
          </a:xfrm>
          <a:prstGeom prst="rect">
            <a:avLst/>
          </a:prstGeom>
          <a:solidFill>
            <a:srgbClr val="004D79">
              <a:alpha val="90000"/>
            </a:srgbClr>
          </a:solidFill>
        </p:spPr>
        <p:txBody>
          <a:bodyPr lIns="134955" tIns="134955" rIns="134955" bIns="134955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B6A7725E-E42D-449C-A552-89E34F170F7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9181045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3 rows top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D750CE0E-F179-458C-AEB1-36BDA9AF422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480907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D750CE0E-F179-458C-AEB1-36BDA9AF42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CFE540E8-853F-49F5-AAA0-593FDDFCB4F6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6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4C2BE2D-951F-4D2E-A248-5E79BA206E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Time period, data scenario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441B2E9-68F4-4A38-9D55-0A186439180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058F3F5-669F-4BEE-968A-F64356A6CDA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Content, unit measurement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762C03-275A-4B1F-B234-561444D869D2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9E35EF-ADB2-4164-B32F-9BDCE33D2151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25F407-F7B2-457F-BADC-5D7E348202A6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3" name="Straight Connector 17">
            <a:extLst>
              <a:ext uri="{FF2B5EF4-FFF2-40B4-BE49-F238E27FC236}">
                <a16:creationId xmlns:a16="http://schemas.microsoft.com/office/drawing/2014/main" id="{C4A983AC-6F9B-471B-87E8-D4505A31FE4E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EA0FB69-E866-4F1C-87F8-ADA6A511DB1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4456" y="948267"/>
            <a:ext cx="8955089" cy="37761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7119939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4 rows top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4AB418BD-1930-49DC-9A84-01786146699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748520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4AB418BD-1930-49DC-9A84-0178614669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6894897C-9089-4E46-A4DC-D9375AE2C97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2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Unit of measurement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94456" y="510480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Period, data scenario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P&amp;L</a:t>
            </a:r>
            <a:r>
              <a:rPr lang="en-US"/>
              <a:t> detail per business</a:t>
            </a:r>
          </a:p>
        </p:txBody>
      </p:sp>
      <p:sp>
        <p:nvSpPr>
          <p:cNvPr id="24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5C9809-688D-4100-A0FE-DB6EB41BC208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F164E04-503E-48E0-8056-F4A846A8D6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3E3274A-0D5B-4B5E-963A-4AD0C038490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7">
            <a:extLst>
              <a:ext uri="{FF2B5EF4-FFF2-40B4-BE49-F238E27FC236}">
                <a16:creationId xmlns:a16="http://schemas.microsoft.com/office/drawing/2014/main" id="{073504F8-A36C-4A96-9962-DBD59D731B7C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97E0385-9465-469B-9CA7-ABB0EB4E485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4456" y="948268"/>
            <a:ext cx="8955089" cy="37761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290246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orient="horz" pos="534">
          <p15:clr>
            <a:srgbClr val="FBAE40"/>
          </p15:clr>
        </p15:guide>
        <p15:guide id="3" pos="5697">
          <p15:clr>
            <a:srgbClr val="FBAE40"/>
          </p15:clr>
        </p15:guide>
        <p15:guide id="4" orient="horz" pos="3934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0C896B7-FACB-4D7B-A4F4-8CE484CBAD4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546746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0C896B7-FACB-4D7B-A4F4-8CE484CBAD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EADAA302-4954-4070-845B-E3247AC801C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1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913354F-6E59-49EF-93BE-EAF0DC89F6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Unit of measurement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17171BA3-E603-4FDD-B59F-EF9A1D5D539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456" y="510480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Period, data scenario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EFD21293-C0ED-4019-808D-8F22DD7C370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CDAF2D5-0296-4D0F-805B-B7D70457980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P&amp;L</a:t>
            </a:r>
            <a:r>
              <a:rPr lang="en-US"/>
              <a:t> detail per business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0E6CF-65D4-44D5-BB75-32FC616FF2ED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B535E-80AA-4B5F-B505-6AE4D82B205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79868-A62C-4FF8-88BB-692DFBB3AF38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3" name="Straight Connector 17">
            <a:extLst>
              <a:ext uri="{FF2B5EF4-FFF2-40B4-BE49-F238E27FC236}">
                <a16:creationId xmlns:a16="http://schemas.microsoft.com/office/drawing/2014/main" id="{8CA4B699-1B76-42B1-970D-8B5F927F5D43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27728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pos="5696">
          <p15:clr>
            <a:srgbClr val="FBAE40"/>
          </p15:clr>
        </p15:guide>
        <p15:guide id="3" orient="horz" pos="3934">
          <p15:clr>
            <a:srgbClr val="FBAE40"/>
          </p15:clr>
        </p15:guide>
        <p15:guide id="4" orient="horz" pos="534">
          <p15:clr>
            <a:srgbClr val="FBAE40"/>
          </p15:clr>
        </p15:guide>
        <p15:guide id="5" orient="horz" pos="51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no top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147BB81-5ED6-4620-B6AB-9F7CAE2CB6E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46171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147BB81-5ED6-4620-B6AB-9F7CAE2CB6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84C154A-EDEF-494B-95FD-05C94280830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8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B18CF-CA9C-4A69-B7C8-A4C94FF29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6AD015-F4ED-4FC4-A52C-B985B1A9C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E7AFA2-6720-468E-9F40-2499D9FB7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9" name="Straight Connector 17">
            <a:extLst>
              <a:ext uri="{FF2B5EF4-FFF2-40B4-BE49-F238E27FC236}">
                <a16:creationId xmlns:a16="http://schemas.microsoft.com/office/drawing/2014/main" id="{50CCBDD5-A078-4F63-AC4E-A4BB95B75007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0400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pos="5696">
          <p15:clr>
            <a:srgbClr val="FBAE40"/>
          </p15:clr>
        </p15:guide>
        <p15:guide id="3" orient="horz" pos="3934">
          <p15:clr>
            <a:srgbClr val="FBAE40"/>
          </p15:clr>
        </p15:guide>
        <p15:guide id="4" orient="horz" pos="534">
          <p15:clr>
            <a:srgbClr val="FBAE40"/>
          </p15:clr>
        </p15:guide>
        <p15:guide id="5" orient="horz" pos="51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text box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A73966E-CFE3-49CC-B52A-C5B637544F6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111976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A73966E-CFE3-49CC-B52A-C5B637544F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44FC3CDD-A9EE-4A29-BDB5-DDD9F2931D2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3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0BB6E0D-3F39-440A-BD9D-79E5F24876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Unit of measurement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45E28750-0E4B-4D33-9132-AD81766D925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456" y="510480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Period, data scenario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C5D1072-8A57-4985-9114-7AB80099D9D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322D0EE4-A772-43CA-87B6-4AAA26C1682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P&amp;L</a:t>
            </a:r>
            <a:r>
              <a:rPr lang="en-US"/>
              <a:t> detail per business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2124D-0640-4AE6-AECC-F4880DA1C39A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1E07C9-1AA8-427A-8D3F-F90DA800C51B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797C04-425D-49F7-8B2B-D4A178C161E5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7">
            <a:extLst>
              <a:ext uri="{FF2B5EF4-FFF2-40B4-BE49-F238E27FC236}">
                <a16:creationId xmlns:a16="http://schemas.microsoft.com/office/drawing/2014/main" id="{F4A6D036-B440-4848-AD09-10D95A6851EB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98D6D76-355E-455E-9573-01D135D9D92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355361" y="948268"/>
            <a:ext cx="2694184" cy="37761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652942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pos="5696">
          <p15:clr>
            <a:srgbClr val="FBAE40"/>
          </p15:clr>
        </p15:guide>
        <p15:guide id="3" orient="horz" pos="3934">
          <p15:clr>
            <a:srgbClr val="FBAE40"/>
          </p15:clr>
        </p15:guide>
        <p15:guide id="4" orient="horz" pos="534">
          <p15:clr>
            <a:srgbClr val="FBAE40"/>
          </p15:clr>
        </p15:guide>
        <p15:guide id="5" orient="horz" pos="51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text box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E039C25-38EE-4409-8846-AD3780FDA71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325645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E039C25-38EE-4409-8846-AD3780FDA7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831B7F0-8291-45AD-B310-18C6F32CA15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2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066FA14-A13E-4C88-AA9E-2E47483D50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Unit of measurement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5198432D-6F74-40F0-A171-A0B5FD017F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456" y="510480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Period, data scenario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81023FC6-6139-470D-844E-BC0D615613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2569437-C2DB-4F3A-9508-BB720F4BFEB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P&amp;L</a:t>
            </a:r>
            <a:r>
              <a:rPr lang="en-US"/>
              <a:t> detail per business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D807E-C4CE-4AA4-8ED9-448491339EC2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8CB85-32FF-48FD-9896-C7B7E8F6EDB6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80397-EA1F-41BE-8CB8-EE87F91FA06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7">
            <a:extLst>
              <a:ext uri="{FF2B5EF4-FFF2-40B4-BE49-F238E27FC236}">
                <a16:creationId xmlns:a16="http://schemas.microsoft.com/office/drawing/2014/main" id="{C539D5CE-18F8-4235-A29E-31342295EE06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A6F1E93-15E1-4055-8C44-6E1B52D56A8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4456" y="3528059"/>
            <a:ext cx="3817122" cy="11963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11279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pos="5696">
          <p15:clr>
            <a:srgbClr val="FBAE40"/>
          </p15:clr>
        </p15:guide>
        <p15:guide id="3" orient="horz" pos="3934">
          <p15:clr>
            <a:srgbClr val="FBAE40"/>
          </p15:clr>
        </p15:guide>
        <p15:guide id="4" orient="horz" pos="534">
          <p15:clr>
            <a:srgbClr val="FBAE40"/>
          </p15:clr>
        </p15:guide>
        <p15:guide id="5" orient="horz" pos="51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blue"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/>
          </p:cNvPicPr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88103" y="1835838"/>
            <a:ext cx="1144502" cy="145782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1635870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white">
          <a:xfrm>
            <a:off x="107504" y="4677984"/>
            <a:ext cx="8928992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631" tIns="40815" rIns="81631" bIns="40815" rtlCol="0" anchor="ctr"/>
          <a:lstStyle/>
          <a:p>
            <a:pPr algn="ctr"/>
            <a:endParaRPr lang="en-US"/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D2D99289-1788-4094-95D8-16BE8E42F8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88103" y="1835837"/>
            <a:ext cx="1144502" cy="145495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8141043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theme" Target="../theme/theme1.xml"/><Relationship Id="rId70" Type="http://schemas.openxmlformats.org/officeDocument/2006/relationships/tags" Target="../tags/tag2.xml"/><Relationship Id="rId71" Type="http://schemas.openxmlformats.org/officeDocument/2006/relationships/tags" Target="../tags/tag3.xml"/><Relationship Id="rId72" Type="http://schemas.openxmlformats.org/officeDocument/2006/relationships/oleObject" Target="../embeddings/oleObject1.bin"/><Relationship Id="rId73" Type="http://schemas.openxmlformats.org/officeDocument/2006/relationships/image" Target="../media/image1.emf"/><Relationship Id="rId7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70"/>
            </p:custDataLst>
            <p:extLst>
              <p:ext uri="{D42A27DB-BD31-4B8C-83A1-F6EECF244321}">
                <p14:modId xmlns:p14="http://schemas.microsoft.com/office/powerpoint/2010/main" val="1948553763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2" imgW="270" imgH="270" progId="TCLayout.ActiveDocument.1">
                  <p:embed/>
                </p:oleObj>
              </mc:Choice>
              <mc:Fallback>
                <p:oleObj name="think-cell Slide" r:id="rId72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73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E111333B-FBA5-4875-A5DE-3B4281D761D5}"/>
              </a:ext>
            </a:extLst>
          </p:cNvPr>
          <p:cNvSpPr/>
          <p:nvPr userDrawn="1">
            <p:custDataLst>
              <p:tags r:id="rId7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E8F7B30E-EA8B-493C-86DB-F82608FA4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6" y="380999"/>
            <a:ext cx="7523937" cy="6985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5D2E64-2649-4557-8200-E78DF2A57EFC}"/>
              </a:ext>
            </a:extLst>
          </p:cNvPr>
          <p:cNvPicPr>
            <a:picLocks noChangeAspect="1"/>
          </p:cNvPicPr>
          <p:nvPr userDrawn="1"/>
        </p:nvPicPr>
        <p:blipFill>
          <a:blip r:embed="rId7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729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A08C5-5A5A-413C-BB47-80E1FBC063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826" y="4884454"/>
            <a:ext cx="718767" cy="10797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700">
                <a:solidFill>
                  <a:srgbClr val="000000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1528AAF-4F0A-419B-8AAE-5F058B1EDE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8068" y="4884454"/>
            <a:ext cx="3910151" cy="10797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343E1D-8E69-45CA-BB05-A8D2AF3930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120" y="4864360"/>
            <a:ext cx="199973" cy="1502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846266C-4ECA-426E-AC3C-9C2166215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4825" y="1217613"/>
            <a:ext cx="8135939" cy="346075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953966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7" r:id="rId7"/>
    <p:sldLayoutId id="2147483766" r:id="rId8"/>
    <p:sldLayoutId id="2147483769" r:id="rId9"/>
    <p:sldLayoutId id="2147483770" r:id="rId10"/>
    <p:sldLayoutId id="2147483771" r:id="rId11"/>
    <p:sldLayoutId id="2147483772" r:id="rId12"/>
    <p:sldLayoutId id="2147483692" r:id="rId13"/>
    <p:sldLayoutId id="2147483742" r:id="rId14"/>
    <p:sldLayoutId id="2147483743" r:id="rId15"/>
    <p:sldLayoutId id="2147483744" r:id="rId16"/>
    <p:sldLayoutId id="2147483745" r:id="rId17"/>
    <p:sldLayoutId id="2147483746" r:id="rId18"/>
    <p:sldLayoutId id="2147483747" r:id="rId19"/>
    <p:sldLayoutId id="2147483701" r:id="rId20"/>
    <p:sldLayoutId id="2147483754" r:id="rId21"/>
    <p:sldLayoutId id="2147483755" r:id="rId22"/>
    <p:sldLayoutId id="2147483756" r:id="rId23"/>
    <p:sldLayoutId id="2147483757" r:id="rId24"/>
    <p:sldLayoutId id="2147483758" r:id="rId25"/>
    <p:sldLayoutId id="2147483759" r:id="rId26"/>
    <p:sldLayoutId id="2147483694" r:id="rId27"/>
    <p:sldLayoutId id="2147483748" r:id="rId28"/>
    <p:sldLayoutId id="2147483749" r:id="rId29"/>
    <p:sldLayoutId id="2147483750" r:id="rId30"/>
    <p:sldLayoutId id="2147483751" r:id="rId31"/>
    <p:sldLayoutId id="2147483752" r:id="rId32"/>
    <p:sldLayoutId id="2147483753" r:id="rId33"/>
    <p:sldLayoutId id="2147483695" r:id="rId34"/>
    <p:sldLayoutId id="2147483696" r:id="rId35"/>
    <p:sldLayoutId id="2147483697" r:id="rId36"/>
    <p:sldLayoutId id="2147483698" r:id="rId37"/>
    <p:sldLayoutId id="2147483699" r:id="rId38"/>
    <p:sldLayoutId id="2147483700" r:id="rId39"/>
    <p:sldLayoutId id="2147483702" r:id="rId40"/>
    <p:sldLayoutId id="2147483703" r:id="rId41"/>
    <p:sldLayoutId id="2147483741" r:id="rId42"/>
    <p:sldLayoutId id="2147483705" r:id="rId43"/>
    <p:sldLayoutId id="2147483706" r:id="rId44"/>
    <p:sldLayoutId id="2147483707" r:id="rId45"/>
    <p:sldLayoutId id="2147483708" r:id="rId46"/>
    <p:sldLayoutId id="2147483709" r:id="rId47"/>
    <p:sldLayoutId id="2147483710" r:id="rId48"/>
    <p:sldLayoutId id="2147483711" r:id="rId49"/>
    <p:sldLayoutId id="2147483712" r:id="rId50"/>
    <p:sldLayoutId id="2147483713" r:id="rId51"/>
    <p:sldLayoutId id="2147483714" r:id="rId52"/>
    <p:sldLayoutId id="2147483715" r:id="rId53"/>
    <p:sldLayoutId id="2147483773" r:id="rId54"/>
    <p:sldLayoutId id="2147483774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</p:sldLayoutIdLst>
  <p:hf hdr="0"/>
  <p:txStyles>
    <p:titleStyle>
      <a:lvl1pPr algn="l" defTabSz="914377" rtl="0" eaLnBrk="1" latinLnBrk="0" hangingPunct="1">
        <a:lnSpc>
          <a:spcPct val="100000"/>
        </a:lnSpc>
        <a:spcBef>
          <a:spcPct val="0"/>
        </a:spcBef>
        <a:buNone/>
        <a:defRPr lang="en-US" sz="2900" kern="120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1925" indent="-161925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Arial" panose="020B0604020202020204" pitchFamily="34" charset="0"/>
        <a:buChar char="•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320040" indent="-137160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Calibri" panose="020F0502020204030204" pitchFamily="34" charset="0"/>
        <a:buChar char="–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429768" indent="-107950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Calibri" panose="020F0502020204030204" pitchFamily="34" charset="0"/>
        <a:buChar char="•"/>
        <a:defRPr lang="en-US" sz="1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Calibri" panose="020F0502020204030204" pitchFamily="34" charset="0"/>
        <a:buChar char="–"/>
        <a:defRPr lang="en-US" sz="10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701675" indent="-107950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Calibri" panose="020F0502020204030204" pitchFamily="34" charset="0"/>
        <a:buChar char="•"/>
        <a:defRPr lang="en-IN" sz="10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7" userDrawn="1">
          <p15:clr>
            <a:srgbClr val="000000"/>
          </p15:clr>
        </p15:guide>
        <p15:guide id="2" pos="5443" userDrawn="1">
          <p15:clr>
            <a:srgbClr val="000000"/>
          </p15:clr>
        </p15:guide>
        <p15:guide id="3" pos="5057" userDrawn="1">
          <p15:clr>
            <a:srgbClr val="000000"/>
          </p15:clr>
        </p15:guide>
        <p15:guide id="4" orient="horz" pos="237" userDrawn="1">
          <p15:clr>
            <a:srgbClr val="000000"/>
          </p15:clr>
        </p15:guide>
        <p15:guide id="5" orient="horz" pos="690" userDrawn="1">
          <p15:clr>
            <a:srgbClr val="000000"/>
          </p15:clr>
        </p15:guide>
        <p15:guide id="6" orient="horz" pos="758" userDrawn="1">
          <p15:clr>
            <a:srgbClr val="000000"/>
          </p15:clr>
        </p15:guide>
        <p15:guide id="7" orient="horz" pos="2958" userDrawn="1">
          <p15:clr>
            <a:srgbClr val="000000"/>
          </p15:clr>
        </p15:guide>
        <p15:guide id="8" pos="3039" userDrawn="1">
          <p15:clr>
            <a:srgbClr val="000000"/>
          </p15:clr>
        </p15:guide>
        <p15:guide id="10" pos="2880" userDrawn="1">
          <p15:clr>
            <a:srgbClr val="000000"/>
          </p15:clr>
        </p15:guide>
        <p15:guide id="11" pos="2721" userDrawn="1">
          <p15:clr>
            <a:srgbClr val="000000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AAE8C56-3ED7-F975-06A6-AE7630D0457A}"/>
              </a:ext>
            </a:extLst>
          </p:cNvPr>
          <p:cNvSpPr txBox="1">
            <a:spLocks/>
          </p:cNvSpPr>
          <p:nvPr/>
        </p:nvSpPr>
        <p:spPr>
          <a:xfrm>
            <a:off x="836757" y="2291196"/>
            <a:ext cx="6312189" cy="53340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3600" dirty="0">
                <a:solidFill>
                  <a:schemeClr val="bg1"/>
                </a:solidFill>
                <a:latin typeface="+mj-lt"/>
              </a:rPr>
              <a:t>Cloud Operation – Customer Book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F56D04-E285-FD26-1393-6D6EDF1E1AD5}"/>
              </a:ext>
            </a:extLst>
          </p:cNvPr>
          <p:cNvSpPr/>
          <p:nvPr/>
        </p:nvSpPr>
        <p:spPr>
          <a:xfrm>
            <a:off x="836757" y="14288"/>
            <a:ext cx="1371600" cy="735806"/>
          </a:xfrm>
          <a:prstGeom prst="rect">
            <a:avLst/>
          </a:prstGeom>
          <a:solidFill>
            <a:srgbClr val="FFFFFB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2" name="Picture 8" descr="PATROCINADORES | HIS - Healthcare Innovation Show">
            <a:extLst>
              <a:ext uri="{FF2B5EF4-FFF2-40B4-BE49-F238E27FC236}">
                <a16:creationId xmlns:a16="http://schemas.microsoft.com/office/drawing/2014/main" id="{8D2AAADA-6D8E-87E8-77DE-4436994E73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114" y="191343"/>
            <a:ext cx="1329243" cy="381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5548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99,98%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1" y="35166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1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>
              <a:cs typeface="Calibri"/>
            </a:endParaRP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IOT Joinville</a:t>
            </a:r>
          </a:p>
          <a:p>
            <a:pPr marL="0" indent="0">
              <a:buNone/>
            </a:pPr>
            <a:r>
              <a:rPr lang="pt-BR" sz="1200" b="1" dirty="0"/>
              <a:t>Mês:  dezembro-2026</a:t>
            </a:r>
            <a:endParaRPr lang="pt-BR" sz="1200" b="1" dirty="0">
              <a:cs typeface="Calibri"/>
            </a:endParaRP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56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D0F6BCB8-C47B-2CD8-8873-69EAA633192B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23" name="Table 32">
            <a:extLst>
              <a:ext uri="{FF2B5EF4-FFF2-40B4-BE49-F238E27FC236}">
                <a16:creationId xmlns:a16="http://schemas.microsoft.com/office/drawing/2014/main" id="{12B03622-6878-6F90-DDE0-2AC4010CC9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70307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FBE90A7-070D-125A-F15A-1DB7F9901A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5156856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A3C5159-C8B6-F17D-936F-7C89FA763099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1667A82-A8EB-1667-96DA-567D24F33993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3F3A2E8-A5CF-F4ED-2451-194DE4C8E53C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1" name="Graphic 30" descr="Database">
            <a:extLst>
              <a:ext uri="{FF2B5EF4-FFF2-40B4-BE49-F238E27FC236}">
                <a16:creationId xmlns:a16="http://schemas.microsoft.com/office/drawing/2014/main" id="{D0297DFE-ECF3-590D-95D5-9A8E3D0181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2" name="Graphic 31" descr="Paper">
            <a:extLst>
              <a:ext uri="{FF2B5EF4-FFF2-40B4-BE49-F238E27FC236}">
                <a16:creationId xmlns:a16="http://schemas.microsoft.com/office/drawing/2014/main" id="{B86C5014-60E5-23A9-7794-78F14AE3E5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3" name="Text Placeholder 8">
            <a:extLst>
              <a:ext uri="{FF2B5EF4-FFF2-40B4-BE49-F238E27FC236}">
                <a16:creationId xmlns:a16="http://schemas.microsoft.com/office/drawing/2014/main" id="{1CC04010-F177-9D15-D2A9-A90F1C1EAB7F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CDA21365-22B6-1361-B726-2420C3C79E52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23744D78-5512-757A-753A-F2B01998772C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E8E11F85-EB18-0426-8605-C9833ADB4984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37" name="Graphic 36" descr="Research">
            <a:extLst>
              <a:ext uri="{FF2B5EF4-FFF2-40B4-BE49-F238E27FC236}">
                <a16:creationId xmlns:a16="http://schemas.microsoft.com/office/drawing/2014/main" id="{AEA13C10-E8CE-03CD-3322-18129CFA35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959CFE94-EC43-3A99-94BA-E5FD5F134C23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8A44EC8-1B3F-3553-FEC0-CA3ACD933665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42287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31B229-0A32-48AF-9415-73ED0D309CA8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4360B3-4B2A-4ACD-8D92-F02A6A7E4946}"/>
              </a:ext>
            </a:extLst>
          </p:cNvPr>
          <p:cNvSpPr/>
          <p:nvPr/>
        </p:nvSpPr>
        <p:spPr>
          <a:xfrm>
            <a:off x="4924669" y="1079866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99,94%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1</a:t>
            </a:r>
            <a:endParaRPr lang="en-US" sz="1600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pic>
        <p:nvPicPr>
          <p:cNvPr id="16" name="Graphic 15" descr="Database">
            <a:extLst>
              <a:ext uri="{FF2B5EF4-FFF2-40B4-BE49-F238E27FC236}">
                <a16:creationId xmlns:a16="http://schemas.microsoft.com/office/drawing/2014/main" id="{8C114C59-0727-470B-A9D3-DD75CBCFEC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17" name="Graphic 16" descr="Paper">
            <a:extLst>
              <a:ext uri="{FF2B5EF4-FFF2-40B4-BE49-F238E27FC236}">
                <a16:creationId xmlns:a16="http://schemas.microsoft.com/office/drawing/2014/main" id="{C82E2E80-B03A-424A-9D2B-974F4BBF3A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D1B49FE8-CDF3-46F5-A6BC-E9E5A10E358A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EE2B6343-A647-4A96-AA40-548C8A07B8FB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375 TB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27EBC2B7-4800-434D-8861-0B1FAD3E50CB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304,69 GB</a:t>
            </a: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44C66E8D-59CF-4A2C-A1E0-9ED287D60446}"/>
              </a:ext>
            </a:extLst>
          </p:cNvPr>
          <p:cNvSpPr txBox="1">
            <a:spLocks/>
          </p:cNvSpPr>
          <p:nvPr/>
        </p:nvSpPr>
        <p:spPr>
          <a:xfrm>
            <a:off x="5874994" y="1494702"/>
            <a:ext cx="536509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800" b="1" dirty="0">
                <a:cs typeface="Calibri"/>
              </a:rPr>
              <a:t>0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1F2E7553-C999-4B61-BD74-2E14989AA23C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Ações Pró-ativas no Ambiente</a:t>
            </a:r>
          </a:p>
        </p:txBody>
      </p:sp>
      <p:pic>
        <p:nvPicPr>
          <p:cNvPr id="24" name="Graphic 23" descr="Research">
            <a:extLst>
              <a:ext uri="{FF2B5EF4-FFF2-40B4-BE49-F238E27FC236}">
                <a16:creationId xmlns:a16="http://schemas.microsoft.com/office/drawing/2014/main" id="{636CEBBE-22D4-4C05-8162-04FE4899CB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4C14DC94-BB02-47DF-BD2E-7716D0A95D37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None/>
            </a:pPr>
            <a:endParaRPr lang="pt-BR" sz="900" dirty="0">
              <a:cs typeface="Calibri"/>
            </a:endParaRPr>
          </a:p>
          <a:p>
            <a:endParaRPr lang="pt-BR" sz="900" dirty="0">
              <a:cs typeface="Calibri"/>
            </a:endParaRPr>
          </a:p>
          <a:p>
            <a:pPr marL="0" indent="0">
              <a:buNone/>
            </a:pPr>
            <a:endParaRPr lang="pt-BR" sz="900" dirty="0">
              <a:cs typeface="Calibri"/>
            </a:endParaRP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Clínica Santa Helena </a:t>
            </a:r>
            <a:br>
              <a:rPr lang="pt-BR" sz="1200" b="1" dirty="0"/>
            </a:br>
            <a:r>
              <a:rPr lang="pt-BR" sz="1200" b="1" dirty="0"/>
              <a:t>Mês:  dezembro-2026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6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62CD68AD-024D-8141-0C2F-564788040DD6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CB0ACF9A-DFD9-1C8C-157B-280523C9D5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3F53A701-706F-74EE-184C-F13CDB9974A6}"/>
              </a:ext>
            </a:extLst>
          </p:cNvPr>
          <p:cNvSpPr txBox="1">
            <a:spLocks/>
          </p:cNvSpPr>
          <p:nvPr/>
        </p:nvSpPr>
        <p:spPr>
          <a:xfrm>
            <a:off x="1840816" y="3939327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D3B261D-231A-00F8-2586-3A624FE21956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66D858A-5C08-F057-DB82-E5DAE523D805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2" name="Graphic 31" descr="Database">
            <a:extLst>
              <a:ext uri="{FF2B5EF4-FFF2-40B4-BE49-F238E27FC236}">
                <a16:creationId xmlns:a16="http://schemas.microsoft.com/office/drawing/2014/main" id="{2010B628-3AF3-D0B6-B059-40A33487E1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3" name="Graphic 32" descr="Paper">
            <a:extLst>
              <a:ext uri="{FF2B5EF4-FFF2-40B4-BE49-F238E27FC236}">
                <a16:creationId xmlns:a16="http://schemas.microsoft.com/office/drawing/2014/main" id="{D53D6998-5B47-1ED7-8F33-BE23690271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BEDF17B7-2D57-601B-7ECF-8D30AD029B21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3EDB52CB-BBCF-BA28-C567-91C5B525800A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7E3987C4-25F9-1AF0-CA06-0D3FA1B9A821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FD258095-4F44-7F61-6921-319EF34C5590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38" name="Graphic 37" descr="Research">
            <a:extLst>
              <a:ext uri="{FF2B5EF4-FFF2-40B4-BE49-F238E27FC236}">
                <a16:creationId xmlns:a16="http://schemas.microsoft.com/office/drawing/2014/main" id="{E88C52AE-906E-A487-5436-DDF5538C0E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E7CFC0E1-AC3A-A281-F157-592623654750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CD3296D-CBF9-AE71-75BA-0BEF30E47680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AA715F2F-1FFF-D4F5-22EB-DE54E1554A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8460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99,99%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1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5 min</a:t>
            </a:r>
            <a:endParaRPr lang="en-US" sz="1600" dirty="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Einstein</a:t>
            </a:r>
            <a:br>
              <a:rPr lang="pt-BR" sz="1200" b="1" dirty="0"/>
            </a:br>
            <a:r>
              <a:rPr lang="pt-BR" sz="1200" b="1" dirty="0"/>
              <a:t>Mês:  dezembro-2026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309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1AA993A7-4A38-77C8-E920-417877E3116D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4D1F94FB-82E0-4C74-9E4E-14EFB74BD5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CCE721E4-7621-67A5-EB4D-FC5E5D7D1CFA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1191A13-9E1E-6A97-0D45-C24868006357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F42BAD7-A178-BE1B-360B-80FA8C5F5628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5" name="Graphic 44" descr="Database">
            <a:extLst>
              <a:ext uri="{FF2B5EF4-FFF2-40B4-BE49-F238E27FC236}">
                <a16:creationId xmlns:a16="http://schemas.microsoft.com/office/drawing/2014/main" id="{44F37774-F9E0-3DAF-D915-EB0F3018F2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46" name="Graphic 45" descr="Paper">
            <a:extLst>
              <a:ext uri="{FF2B5EF4-FFF2-40B4-BE49-F238E27FC236}">
                <a16:creationId xmlns:a16="http://schemas.microsoft.com/office/drawing/2014/main" id="{36DE4EF0-386D-31DA-AC7B-A8FCD8CC0B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18843B35-566E-804F-D7D4-23D4682A14BE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B7633C06-023E-2C5F-7C55-79C0AF8C0E2E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B47146E8-6960-6222-8C25-89602B4C6003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23ADA0B0-DC43-F202-E657-424FFEB737A7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51" name="Graphic 50" descr="Research">
            <a:extLst>
              <a:ext uri="{FF2B5EF4-FFF2-40B4-BE49-F238E27FC236}">
                <a16:creationId xmlns:a16="http://schemas.microsoft.com/office/drawing/2014/main" id="{65180191-B12A-8136-CA3D-9B0FF67372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52" name="Text Placeholder 8">
            <a:extLst>
              <a:ext uri="{FF2B5EF4-FFF2-40B4-BE49-F238E27FC236}">
                <a16:creationId xmlns:a16="http://schemas.microsoft.com/office/drawing/2014/main" id="{EC3DA5C1-E4B9-6787-96F8-061E64FDA140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DFB233C-A48A-965B-C5A0-F9B88163765A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EE68CB6-3D6C-EDD0-13FB-03389367EB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3430749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055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E6ADE-AAF6-61D9-F0D5-8BD1BF93E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64BEB654-4517-8AD5-04E1-CCB46A122B30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255975-6844-40FA-9A44-A285B57EC425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19B9D84A-D663-AE62-40BE-17372E5B594D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7EF79F-789B-C0E3-30BC-6F76A14F9FED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1</a:t>
            </a:r>
            <a:endParaRPr lang="en-US" sz="1600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1BD7437D-31EF-C9C9-F98D-3B5827C0254C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B4CD15-2F65-8A12-4B95-0F20A6670890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A75F1CDF-C6BA-E9F9-1E59-0AB9726FC510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27161A-AD9F-B325-39CD-448710A99DBF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B6F1B2C1-5745-F57D-6357-4063E32C80F5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Einstein</a:t>
            </a:r>
            <a:br>
              <a:rPr lang="pt-BR" sz="1200" b="1" dirty="0"/>
            </a:br>
            <a:r>
              <a:rPr lang="pt-BR" sz="1200" b="1" dirty="0"/>
              <a:t>Mês:  dezembro-2026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E591F7EE-0F94-A40A-9361-BBCD537B55FD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983F380-86B4-FB0C-967E-68AA4FBBE006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309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A8FD4A-AA92-1271-A4F2-30240D980730}"/>
              </a:ext>
            </a:extLst>
          </p:cNvPr>
          <p:cNvSpPr txBox="1"/>
          <p:nvPr/>
        </p:nvSpPr>
        <p:spPr>
          <a:xfrm>
            <a:off x="2978624" y="611455"/>
            <a:ext cx="46015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0" dirty="0">
                <a:effectLst/>
                <a:latin typeface="Slack-Lato"/>
              </a:rPr>
              <a:t>Armazenamento banco de dados Produção</a:t>
            </a:r>
            <a:endParaRPr lang="pt-BR" dirty="0"/>
          </a:p>
        </p:txBody>
      </p:sp>
      <p:pic>
        <p:nvPicPr>
          <p:cNvPr id="1026" name="Picture 2" descr="Output image">
            <a:extLst>
              <a:ext uri="{FF2B5EF4-FFF2-40B4-BE49-F238E27FC236}">
                <a16:creationId xmlns:a16="http://schemas.microsoft.com/office/drawing/2014/main" id="{2538B081-C014-D624-CAD0-C73E735245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3898" y="1296322"/>
            <a:ext cx="6171022" cy="3060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3319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2EDDB-CA1F-EB9B-8859-C797F58B8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A13EF29-6940-EDDD-FC0A-3B6970F869A6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310827-F760-0B10-EF3D-4620A30AF125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B3389EE7-16C3-88B6-176F-BC961F626072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E66EA0-7B89-7F4A-9028-80B8572AB306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1</a:t>
            </a:r>
            <a:endParaRPr lang="en-US" sz="1600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D35865C8-62F0-1141-C3BD-15EB40F17070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51775E-784F-14B1-6E5A-57AD76920DF0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D3B80589-4422-7BE0-D486-1F7B922243A8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D416A4-5855-3404-1B8A-A3938DEA965C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5FF3745A-6D62-68D1-0FA3-F036D959CA10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Einstein</a:t>
            </a:r>
            <a:br>
              <a:rPr lang="pt-BR" sz="1200" b="1" dirty="0"/>
            </a:br>
            <a:r>
              <a:rPr lang="pt-BR" sz="1200" b="1" dirty="0"/>
              <a:t>Mês:  dezembro-2026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18C2AEB5-AC52-1FAB-1549-9FD39D515113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1D43E95-F414-B065-4417-D7DBC20D8C63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309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1CF3A3-D789-C983-FA48-B3D0FC9C496E}"/>
              </a:ext>
            </a:extLst>
          </p:cNvPr>
          <p:cNvSpPr txBox="1"/>
          <p:nvPr/>
        </p:nvSpPr>
        <p:spPr>
          <a:xfrm>
            <a:off x="2924033" y="664131"/>
            <a:ext cx="46015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0" dirty="0">
                <a:effectLst/>
                <a:latin typeface="Slack-Lato"/>
              </a:rPr>
              <a:t>Armazenamento considerando todas as bases</a:t>
            </a:r>
            <a:endParaRPr lang="pt-BR" dirty="0"/>
          </a:p>
        </p:txBody>
      </p:sp>
      <p:pic>
        <p:nvPicPr>
          <p:cNvPr id="2050" name="Picture 2" descr="Output image">
            <a:extLst>
              <a:ext uri="{FF2B5EF4-FFF2-40B4-BE49-F238E27FC236}">
                <a16:creationId xmlns:a16="http://schemas.microsoft.com/office/drawing/2014/main" id="{5AE7BB6E-3947-DC41-1F8D-01208B56A8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944" y="1396650"/>
            <a:ext cx="6577936" cy="3262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1948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06400" y="77076"/>
            <a:ext cx="2336095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Grupo Opty</a:t>
            </a:r>
            <a:br>
              <a:rPr lang="pt-BR" sz="1200" b="1" dirty="0"/>
            </a:br>
            <a:r>
              <a:rPr lang="pt-BR" sz="1200" b="1" dirty="0"/>
              <a:t>Mês:  dezembro-2026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07B9CAB7-407A-22A5-9CC4-031CD97EC630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DB376D5-7D4F-1B40-78B8-04CD88D9D70A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/>
              <a:t>100%</a:t>
            </a:r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0DA03576-8F9F-3057-E410-DD311745ED89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A1EBA9B-4A48-BA57-9F9F-6E82379448E1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2</a:t>
            </a:r>
          </a:p>
        </p:txBody>
      </p:sp>
      <p:sp>
        <p:nvSpPr>
          <p:cNvPr id="32" name="Text Placeholder 8">
            <a:extLst>
              <a:ext uri="{FF2B5EF4-FFF2-40B4-BE49-F238E27FC236}">
                <a16:creationId xmlns:a16="http://schemas.microsoft.com/office/drawing/2014/main" id="{ACB31523-2466-2314-3D2C-7754D086AC6F}"/>
              </a:ext>
            </a:extLst>
          </p:cNvPr>
          <p:cNvSpPr txBox="1">
            <a:spLocks/>
          </p:cNvSpPr>
          <p:nvPr/>
        </p:nvSpPr>
        <p:spPr>
          <a:xfrm>
            <a:off x="73887" y="1727414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618A4F5-B718-2D65-8933-366EA0CC9F26}"/>
              </a:ext>
            </a:extLst>
          </p:cNvPr>
          <p:cNvSpPr/>
          <p:nvPr/>
        </p:nvSpPr>
        <p:spPr>
          <a:xfrm>
            <a:off x="109272" y="1970280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/>
              <a:t>720 </a:t>
            </a:r>
            <a:r>
              <a:rPr lang="en-US" sz="1600" dirty="0" err="1"/>
              <a:t>hrs</a:t>
            </a:r>
            <a:endParaRPr lang="en-US" sz="1600" dirty="0"/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51905A5E-7676-9224-0D78-C029AD47FB7C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B4D70C0-5054-9A5D-33F4-790AD53A0049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  0 min</a:t>
            </a:r>
            <a:endParaRPr lang="en-US" sz="1600" dirty="0"/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21A18894-0986-D917-584A-D2EB91B75978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0B60B3-E164-FB3C-7605-5157958EBCE0}"/>
              </a:ext>
            </a:extLst>
          </p:cNvPr>
          <p:cNvSpPr/>
          <p:nvPr/>
        </p:nvSpPr>
        <p:spPr>
          <a:xfrm>
            <a:off x="109272" y="4314385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927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DAD3169-3CA6-BEB1-316F-201178CF49B2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9" name="Table 32">
            <a:extLst>
              <a:ext uri="{FF2B5EF4-FFF2-40B4-BE49-F238E27FC236}">
                <a16:creationId xmlns:a16="http://schemas.microsoft.com/office/drawing/2014/main" id="{2AA8F74A-7DE5-4E81-14CB-C63A09DF93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0C1DF2F6-BFD5-4B67-E1F5-A9D7B5C4AEFA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4E600A6-0A13-E659-984F-551BAEE61E18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CBC2AF2-4B02-9C0D-27C7-584A41EC924B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6" name="Graphic 45" descr="Database">
            <a:extLst>
              <a:ext uri="{FF2B5EF4-FFF2-40B4-BE49-F238E27FC236}">
                <a16:creationId xmlns:a16="http://schemas.microsoft.com/office/drawing/2014/main" id="{A6BBC0C9-A2D3-D43F-58D4-567B6FFF79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47" name="Graphic 46" descr="Paper">
            <a:extLst>
              <a:ext uri="{FF2B5EF4-FFF2-40B4-BE49-F238E27FC236}">
                <a16:creationId xmlns:a16="http://schemas.microsoft.com/office/drawing/2014/main" id="{7D383684-9DF4-A74D-4D1B-FCCEA0604A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6036CA81-6DB3-D424-6832-78AEA2818526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2F0885E2-62B5-7089-89F2-88878AA3AD89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A93750D7-F868-150A-1ECB-98EB919F327E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51" name="Text Placeholder 8">
            <a:extLst>
              <a:ext uri="{FF2B5EF4-FFF2-40B4-BE49-F238E27FC236}">
                <a16:creationId xmlns:a16="http://schemas.microsoft.com/office/drawing/2014/main" id="{50E6C4F5-D610-D412-4205-9CCE14F986A2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52" name="Graphic 51" descr="Research">
            <a:extLst>
              <a:ext uri="{FF2B5EF4-FFF2-40B4-BE49-F238E27FC236}">
                <a16:creationId xmlns:a16="http://schemas.microsoft.com/office/drawing/2014/main" id="{B6E89F56-7103-496E-F1CF-D780BC3CCF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53" name="Text Placeholder 8">
            <a:extLst>
              <a:ext uri="{FF2B5EF4-FFF2-40B4-BE49-F238E27FC236}">
                <a16:creationId xmlns:a16="http://schemas.microsoft.com/office/drawing/2014/main" id="{419C09E2-9A1A-F761-3C01-9DBA4B0AF758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EA79C78-37B1-ED2C-BF79-063E76582827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AF8F799-E3B0-6992-4A98-9D44B56438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6902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100,00 %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0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HNS Oliveira</a:t>
            </a:r>
            <a:br>
              <a:rPr lang="pt-BR" sz="1200" b="1" dirty="0"/>
            </a:br>
            <a:r>
              <a:rPr lang="pt-BR" sz="1200" b="1" dirty="0"/>
              <a:t>Mês:  dezembro-2026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09270" y="439588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104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93A4F18-225F-020B-6169-E7838801D215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61BEF686-A70B-2B06-2E46-1E3706A5A0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1A730A7-0031-26BB-6800-8C2F695FA9C0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E7B89B5-E37A-47F6-9E0E-6D7E8BB4D08E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0C62DB6-13D6-76A8-2F62-EBAC06298F8E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2" name="Graphic 31" descr="Database">
            <a:extLst>
              <a:ext uri="{FF2B5EF4-FFF2-40B4-BE49-F238E27FC236}">
                <a16:creationId xmlns:a16="http://schemas.microsoft.com/office/drawing/2014/main" id="{DE7AFA9B-5B7A-5CE3-51A3-3EA0DFAAD2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3" name="Graphic 32" descr="Paper">
            <a:extLst>
              <a:ext uri="{FF2B5EF4-FFF2-40B4-BE49-F238E27FC236}">
                <a16:creationId xmlns:a16="http://schemas.microsoft.com/office/drawing/2014/main" id="{B49C04DB-B1B1-4923-0861-97F77327AD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C324BC93-71D0-4763-77E4-4863A815D1BE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D4A59E80-D3C9-BD6D-8F6A-80F2A97807EE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656556DA-BFA8-04FC-FE72-9A32533FE58D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117075A7-C8B5-4175-3C35-69D45165A5F6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38" name="Graphic 37" descr="Research">
            <a:extLst>
              <a:ext uri="{FF2B5EF4-FFF2-40B4-BE49-F238E27FC236}">
                <a16:creationId xmlns:a16="http://schemas.microsoft.com/office/drawing/2014/main" id="{CEA20A97-F2FD-448E-0C60-A4C65C60DF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72DB5894-3C2E-6A8D-A302-4FB7F6E819B1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3A8F59F-B0BB-36E9-9153-0118B55BF1C9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F985CA9-A67F-9C9B-579E-291D1E29A5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884888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1775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Hospital das Nações</a:t>
            </a:r>
            <a:br>
              <a:rPr lang="pt-BR" sz="1200" b="1" dirty="0"/>
            </a:br>
            <a:r>
              <a:rPr lang="pt-BR" sz="1200" b="1" dirty="0"/>
              <a:t>Mês:  dezembro-2026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07B9CAB7-407A-22A5-9CC4-031CD97EC630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DB376D5-7D4F-1B40-78B8-04CD88D9D70A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100%</a:t>
            </a:r>
            <a:endParaRPr lang="en-US" sz="1600" dirty="0"/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0DA03576-8F9F-3057-E410-DD311745ED89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A1EBA9B-4A48-BA57-9F9F-6E82379448E1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1</a:t>
            </a:r>
          </a:p>
        </p:txBody>
      </p:sp>
      <p:sp>
        <p:nvSpPr>
          <p:cNvPr id="32" name="Text Placeholder 8">
            <a:extLst>
              <a:ext uri="{FF2B5EF4-FFF2-40B4-BE49-F238E27FC236}">
                <a16:creationId xmlns:a16="http://schemas.microsoft.com/office/drawing/2014/main" id="{ACB31523-2466-2314-3D2C-7754D086AC6F}"/>
              </a:ext>
            </a:extLst>
          </p:cNvPr>
          <p:cNvSpPr txBox="1">
            <a:spLocks/>
          </p:cNvSpPr>
          <p:nvPr/>
        </p:nvSpPr>
        <p:spPr>
          <a:xfrm>
            <a:off x="73887" y="1727414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618A4F5-B718-2D65-8933-366EA0CC9F26}"/>
              </a:ext>
            </a:extLst>
          </p:cNvPr>
          <p:cNvSpPr/>
          <p:nvPr/>
        </p:nvSpPr>
        <p:spPr>
          <a:xfrm>
            <a:off x="109272" y="1970280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51905A5E-7676-9224-0D78-C029AD47FB7C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B4D70C0-5054-9A5D-33F4-790AD53A0049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  0 min</a:t>
            </a:r>
            <a:endParaRPr lang="en-US" sz="1600"/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21A18894-0986-D917-584A-D2EB91B75978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0B60B3-E164-FB3C-7605-5157958EBCE0}"/>
              </a:ext>
            </a:extLst>
          </p:cNvPr>
          <p:cNvSpPr/>
          <p:nvPr/>
        </p:nvSpPr>
        <p:spPr>
          <a:xfrm>
            <a:off x="109272" y="4314385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139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3D72B99B-78A4-FEB7-E3A9-200D944EF538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9" name="Table 32">
            <a:extLst>
              <a:ext uri="{FF2B5EF4-FFF2-40B4-BE49-F238E27FC236}">
                <a16:creationId xmlns:a16="http://schemas.microsoft.com/office/drawing/2014/main" id="{0AA16FE5-0EBA-9E7D-19B1-176AF64E13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DD115D92-FB6F-D042-4B3B-DA673537400F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0EDB07-25D0-B439-50E3-7E10533FCC97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832E28-8D53-8D47-5FBE-547C0ED248E0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Graphic 13" descr="Database">
            <a:extLst>
              <a:ext uri="{FF2B5EF4-FFF2-40B4-BE49-F238E27FC236}">
                <a16:creationId xmlns:a16="http://schemas.microsoft.com/office/drawing/2014/main" id="{BB3C94A1-802C-A3C0-3B3B-700EFDD9B9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15" name="Graphic 14" descr="Paper">
            <a:extLst>
              <a:ext uri="{FF2B5EF4-FFF2-40B4-BE49-F238E27FC236}">
                <a16:creationId xmlns:a16="http://schemas.microsoft.com/office/drawing/2014/main" id="{012E082E-F446-2F86-B0A1-C23ECB5815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E4ECC86A-E3AE-4439-7408-4DD7EB58FF48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1C03250F-64F4-B432-771C-AC750DF41DB5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C7F7B2B5-82EF-0A23-692D-EBD36D0A3ED0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40" name="Text Placeholder 8">
            <a:extLst>
              <a:ext uri="{FF2B5EF4-FFF2-40B4-BE49-F238E27FC236}">
                <a16:creationId xmlns:a16="http://schemas.microsoft.com/office/drawing/2014/main" id="{A44B1C3E-4289-CA52-6F95-E020F5B08582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41" name="Graphic 40" descr="Research">
            <a:extLst>
              <a:ext uri="{FF2B5EF4-FFF2-40B4-BE49-F238E27FC236}">
                <a16:creationId xmlns:a16="http://schemas.microsoft.com/office/drawing/2014/main" id="{36D0EA15-9DA2-E25E-9B5F-C95F98EC0E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42" name="Text Placeholder 8">
            <a:extLst>
              <a:ext uri="{FF2B5EF4-FFF2-40B4-BE49-F238E27FC236}">
                <a16:creationId xmlns:a16="http://schemas.microsoft.com/office/drawing/2014/main" id="{3908A76A-1A39-C553-5D1A-C83C8323B5B1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EF86454-0315-BEC2-8EF5-D2325D60C495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CE8A477-A5E0-256C-710D-054CE1D40E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4460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100%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0</a:t>
            </a:r>
            <a:endParaRPr lang="en-US" sz="1600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0 min</a:t>
            </a:r>
            <a:endParaRPr lang="en-US" sz="1600" dirty="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Hospital e Maternidade Santa Emília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Mês:  dezembro-2026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97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6EDC6A86-FDC5-8C2F-17E9-811F694BFBF3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C63F5880-86BA-C2A9-17E7-B7BE70AE07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779009C2-6DCE-70FF-20E7-F82F0B8D7907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702C109-7B46-8E80-608D-92A6A27AE447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3232A08-ADDA-48D4-6AB1-44139B82B289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3" name="Graphic 32" descr="Database">
            <a:extLst>
              <a:ext uri="{FF2B5EF4-FFF2-40B4-BE49-F238E27FC236}">
                <a16:creationId xmlns:a16="http://schemas.microsoft.com/office/drawing/2014/main" id="{91B4B8C3-CE1A-7ACB-6CE2-ED995B4C4E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4" name="Graphic 33" descr="Paper">
            <a:extLst>
              <a:ext uri="{FF2B5EF4-FFF2-40B4-BE49-F238E27FC236}">
                <a16:creationId xmlns:a16="http://schemas.microsoft.com/office/drawing/2014/main" id="{D707DDE8-A330-87BE-E7ED-3AC7EA3D9E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671639F3-7F5A-E9FC-8967-21306064A756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114278CC-A704-6223-A87F-7EEA47714BCA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B3CEC82C-AD7C-E696-F614-735BFFD02479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92881D1A-A902-6547-17FC-013C96CD99BA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39" name="Graphic 38" descr="Research">
            <a:extLst>
              <a:ext uri="{FF2B5EF4-FFF2-40B4-BE49-F238E27FC236}">
                <a16:creationId xmlns:a16="http://schemas.microsoft.com/office/drawing/2014/main" id="{6E37E430-B162-2B6B-65D3-1F3581EA43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40" name="Text Placeholder 8">
            <a:extLst>
              <a:ext uri="{FF2B5EF4-FFF2-40B4-BE49-F238E27FC236}">
                <a16:creationId xmlns:a16="http://schemas.microsoft.com/office/drawing/2014/main" id="{6325980F-D070-A853-7BE9-F5FE6A9A54ED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06B3F40-D15C-1928-B1C4-6762387F22E0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95B9ACF-0D44-EEE9-88E7-7A62925E93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4423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31B229-0A32-48AF-9415-73ED0D309CA8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4360B3-4B2A-4ACD-8D92-F02A6A7E4946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100,00 %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1" y="35166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0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pic>
        <p:nvPicPr>
          <p:cNvPr id="16" name="Graphic 15" descr="Database">
            <a:extLst>
              <a:ext uri="{FF2B5EF4-FFF2-40B4-BE49-F238E27FC236}">
                <a16:creationId xmlns:a16="http://schemas.microsoft.com/office/drawing/2014/main" id="{8C114C59-0727-470B-A9D3-DD75CBCFEC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17" name="Graphic 16" descr="Paper">
            <a:extLst>
              <a:ext uri="{FF2B5EF4-FFF2-40B4-BE49-F238E27FC236}">
                <a16:creationId xmlns:a16="http://schemas.microsoft.com/office/drawing/2014/main" id="{C82E2E80-B03A-424A-9D2B-974F4BBF3A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D1B49FE8-CDF3-46F5-A6BC-E9E5A10E358A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EE2B6343-A647-4A96-AA40-548C8A07B8FB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27EBC2B7-4800-434D-8861-0B1FAD3E50CB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44C66E8D-59CF-4A2C-A1E0-9ED287D60446}"/>
              </a:ext>
            </a:extLst>
          </p:cNvPr>
          <p:cNvSpPr txBox="1">
            <a:spLocks/>
          </p:cNvSpPr>
          <p:nvPr/>
        </p:nvSpPr>
        <p:spPr>
          <a:xfrm>
            <a:off x="5874994" y="1494702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sz="1800" b="1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1F2E7553-C999-4B61-BD74-2E14989AA23C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24" name="Graphic 23" descr="Research">
            <a:extLst>
              <a:ext uri="{FF2B5EF4-FFF2-40B4-BE49-F238E27FC236}">
                <a16:creationId xmlns:a16="http://schemas.microsoft.com/office/drawing/2014/main" id="{636CEBBE-22D4-4C05-8162-04FE4899CB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4C14DC94-BB02-47DF-BD2E-7716D0A95D37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Hospital IDF</a:t>
            </a:r>
            <a:br>
              <a:rPr lang="pt-BR" sz="1200" b="1" dirty="0"/>
            </a:br>
            <a:r>
              <a:rPr lang="pt-BR" sz="1200" b="1" dirty="0"/>
              <a:t>Mês:  dezembro-2026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61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031235-E045-B39D-B0FD-FA95532D0E8A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3DED9344-8CDE-97A7-B336-5F85219BEC97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5" name="Table 32">
            <a:extLst>
              <a:ext uri="{FF2B5EF4-FFF2-40B4-BE49-F238E27FC236}">
                <a16:creationId xmlns:a16="http://schemas.microsoft.com/office/drawing/2014/main" id="{FD7716B6-51A3-59E7-841B-642A20EEAF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A7F966BB-0DE8-F358-6670-6CF3CE1DA921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024ACCA-9289-8654-9874-C9541E7CF2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6334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100,00 %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0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INC</a:t>
            </a:r>
            <a:br>
              <a:rPr lang="pt-BR" sz="1200" b="1" dirty="0"/>
            </a:br>
            <a:r>
              <a:rPr lang="pt-BR" sz="1200" b="1" dirty="0"/>
              <a:t>Mês:  dezembro-2026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7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2B7E9703-353A-FA15-16E1-67AC33BA7F06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4" name="Table 32">
            <a:extLst>
              <a:ext uri="{FF2B5EF4-FFF2-40B4-BE49-F238E27FC236}">
                <a16:creationId xmlns:a16="http://schemas.microsoft.com/office/drawing/2014/main" id="{5A23FA34-FED9-C515-1F81-7514F4C858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CD605872-50D1-E540-383B-B1BDC7FEEFF2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65D47D4-BAC5-C2C3-1DA8-419A84C002D0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70277A8-4C6F-E720-28E2-CFB54A794885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3" name="Graphic 42" descr="Database">
            <a:extLst>
              <a:ext uri="{FF2B5EF4-FFF2-40B4-BE49-F238E27FC236}">
                <a16:creationId xmlns:a16="http://schemas.microsoft.com/office/drawing/2014/main" id="{6FF8ECAC-C7D4-4B6C-07FD-B45773250D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44" name="Graphic 43" descr="Paper">
            <a:extLst>
              <a:ext uri="{FF2B5EF4-FFF2-40B4-BE49-F238E27FC236}">
                <a16:creationId xmlns:a16="http://schemas.microsoft.com/office/drawing/2014/main" id="{7DFD08C7-89BD-8A1A-2D99-573F2C0E41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45" name="Text Placeholder 8">
            <a:extLst>
              <a:ext uri="{FF2B5EF4-FFF2-40B4-BE49-F238E27FC236}">
                <a16:creationId xmlns:a16="http://schemas.microsoft.com/office/drawing/2014/main" id="{DD03D137-3122-4F9A-0D12-F347DE46B957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46" name="Text Placeholder 8">
            <a:extLst>
              <a:ext uri="{FF2B5EF4-FFF2-40B4-BE49-F238E27FC236}">
                <a16:creationId xmlns:a16="http://schemas.microsoft.com/office/drawing/2014/main" id="{AD11F957-DE97-61CD-95A0-BED6ED38FB28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3D439036-8DDF-439C-768A-B048179777FC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75D0E51A-5A61-1A73-32DA-22050FBCDB3B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49" name="Graphic 48" descr="Research">
            <a:extLst>
              <a:ext uri="{FF2B5EF4-FFF2-40B4-BE49-F238E27FC236}">
                <a16:creationId xmlns:a16="http://schemas.microsoft.com/office/drawing/2014/main" id="{F209C491-A9F3-617E-085D-E31086DB44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CDD22828-9902-661A-DA49-87EEA0E0EC3C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896C2B3-3A65-C321-367D-CFAEF397C663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CA7856F-F112-AA30-0C3C-CB7B640950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5833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</a:t>
            </a:r>
            <a:endParaRPr lang="en-US" sz="160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</a:t>
            </a:r>
            <a:r>
              <a:rPr lang="pt-BR" sz="1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Neotin</a:t>
            </a:r>
            <a:endParaRPr lang="pt-BR" sz="12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Mês:  dezembro-2026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09271" y="4307581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91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F9D9E8C-D176-40D9-4BD4-26D25F802C2F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23" name="Table 32">
            <a:extLst>
              <a:ext uri="{FF2B5EF4-FFF2-40B4-BE49-F238E27FC236}">
                <a16:creationId xmlns:a16="http://schemas.microsoft.com/office/drawing/2014/main" id="{20342063-5F34-4FA7-4D0C-35CA2812E2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2849FC14-E665-DF90-DA2B-3B1E2AB81F75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D3EB8D1-2D1C-F3BF-AFD2-7A91DDEBFB90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D8F39BC-29CD-EA84-9C9C-06EF5AE34807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4" name="Graphic 43" descr="Database">
            <a:extLst>
              <a:ext uri="{FF2B5EF4-FFF2-40B4-BE49-F238E27FC236}">
                <a16:creationId xmlns:a16="http://schemas.microsoft.com/office/drawing/2014/main" id="{A0B5518D-B9FF-8D7E-72F1-1B4C960469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45" name="Graphic 44" descr="Paper">
            <a:extLst>
              <a:ext uri="{FF2B5EF4-FFF2-40B4-BE49-F238E27FC236}">
                <a16:creationId xmlns:a16="http://schemas.microsoft.com/office/drawing/2014/main" id="{B4590831-F405-95F1-C769-DD3B9220B7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46" name="Text Placeholder 8">
            <a:extLst>
              <a:ext uri="{FF2B5EF4-FFF2-40B4-BE49-F238E27FC236}">
                <a16:creationId xmlns:a16="http://schemas.microsoft.com/office/drawing/2014/main" id="{6E52370C-2831-A545-EFF3-EEB30CFF0B71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0A44304C-FFC5-E4DC-6714-2AEA25B5C9B1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11785F12-6449-4001-0A9F-C75B48469099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F316682D-64A7-5E77-56EF-5113FA104BDA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50" name="Graphic 49" descr="Research">
            <a:extLst>
              <a:ext uri="{FF2B5EF4-FFF2-40B4-BE49-F238E27FC236}">
                <a16:creationId xmlns:a16="http://schemas.microsoft.com/office/drawing/2014/main" id="{4FC78E25-EBCB-D46F-6BCF-ACD2B66D04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51" name="Text Placeholder 8">
            <a:extLst>
              <a:ext uri="{FF2B5EF4-FFF2-40B4-BE49-F238E27FC236}">
                <a16:creationId xmlns:a16="http://schemas.microsoft.com/office/drawing/2014/main" id="{375D7BEA-3FC7-CE89-C2FE-6C7500AF5E3B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D4E922-B7AB-8194-A652-B62476871C24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504D82-5D9B-9AE7-42F7-0C88CF67D2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00000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>
                <a:cs typeface="Calibri"/>
              </a:rPr>
              <a:t>0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 err="1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Próton</a:t>
            </a:r>
            <a:br>
              <a:rPr lang="pt-BR" sz="1200" b="1" dirty="0"/>
            </a:br>
            <a:r>
              <a:rPr lang="pt-BR" sz="1200" b="1" dirty="0"/>
              <a:t>Mês:  dezembro-2026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29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5A697B82-5322-A589-F366-D081761C6074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23" name="Table 32">
            <a:extLst>
              <a:ext uri="{FF2B5EF4-FFF2-40B4-BE49-F238E27FC236}">
                <a16:creationId xmlns:a16="http://schemas.microsoft.com/office/drawing/2014/main" id="{D1591EED-3E07-2A79-BD08-0C947903F2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720051B4-6968-003B-E989-FE6BF0C03C91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83D4904-36F2-58BB-73E4-ECE37BB27CA0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F2CCB91-389E-F956-704F-5142E5CDA455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4" name="Graphic 43" descr="Database">
            <a:extLst>
              <a:ext uri="{FF2B5EF4-FFF2-40B4-BE49-F238E27FC236}">
                <a16:creationId xmlns:a16="http://schemas.microsoft.com/office/drawing/2014/main" id="{BD5E21CD-6B1D-B8E7-B2C1-495377ADBE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45" name="Graphic 44" descr="Paper">
            <a:extLst>
              <a:ext uri="{FF2B5EF4-FFF2-40B4-BE49-F238E27FC236}">
                <a16:creationId xmlns:a16="http://schemas.microsoft.com/office/drawing/2014/main" id="{83E63FDC-5E3A-47F9-0932-2E68858C1F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46" name="Text Placeholder 8">
            <a:extLst>
              <a:ext uri="{FF2B5EF4-FFF2-40B4-BE49-F238E27FC236}">
                <a16:creationId xmlns:a16="http://schemas.microsoft.com/office/drawing/2014/main" id="{FF65DD2E-8578-D9A9-0E6F-E677522D6B37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A77B14CE-C1EB-5B0A-D49B-E457244E06C2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0449A679-0169-D20A-F330-22FAD9383652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FB88623-C3B3-33CC-C9AF-72842717E75C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50" name="Graphic 49" descr="Research">
            <a:extLst>
              <a:ext uri="{FF2B5EF4-FFF2-40B4-BE49-F238E27FC236}">
                <a16:creationId xmlns:a16="http://schemas.microsoft.com/office/drawing/2014/main" id="{F7540C9A-4454-4A8D-8731-0F1100E21D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51" name="Text Placeholder 8">
            <a:extLst>
              <a:ext uri="{FF2B5EF4-FFF2-40B4-BE49-F238E27FC236}">
                <a16:creationId xmlns:a16="http://schemas.microsoft.com/office/drawing/2014/main" id="{9DD1BC95-09C6-5844-D44E-26110580ABAF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B377B9C-3000-F9FF-F753-3DDCCC48CCAB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2D93875-5180-835E-964A-CC3DC126E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85558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0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 err="1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SPPLUS</a:t>
            </a:r>
            <a:br>
              <a:rPr lang="pt-BR" sz="1200" b="1" dirty="0"/>
            </a:br>
            <a:r>
              <a:rPr lang="pt-BR" sz="1200" b="1" dirty="0"/>
              <a:t>Mês:  dezembro-2026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34</a:t>
            </a:r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D5D27F93-6DC4-B64C-E412-2D8E026CDA1D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1" name="Table 32">
            <a:extLst>
              <a:ext uri="{FF2B5EF4-FFF2-40B4-BE49-F238E27FC236}">
                <a16:creationId xmlns:a16="http://schemas.microsoft.com/office/drawing/2014/main" id="{DB1E43B4-33DC-A57B-2D29-26786559B3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3" name="Text Placeholder 8">
            <a:extLst>
              <a:ext uri="{FF2B5EF4-FFF2-40B4-BE49-F238E27FC236}">
                <a16:creationId xmlns:a16="http://schemas.microsoft.com/office/drawing/2014/main" id="{910E187C-A512-9962-1F95-28F85C579BA1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8383DB6-17D1-49FA-52B6-030797D7B838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2C87E72-F95B-864C-591F-81E0EDA429AE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8" name="Graphic 57" descr="Database">
            <a:extLst>
              <a:ext uri="{FF2B5EF4-FFF2-40B4-BE49-F238E27FC236}">
                <a16:creationId xmlns:a16="http://schemas.microsoft.com/office/drawing/2014/main" id="{C9490B35-8C9D-26CA-629E-F7DF0B6176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59" name="Graphic 58" descr="Paper">
            <a:extLst>
              <a:ext uri="{FF2B5EF4-FFF2-40B4-BE49-F238E27FC236}">
                <a16:creationId xmlns:a16="http://schemas.microsoft.com/office/drawing/2014/main" id="{2F719A08-2AF0-9AA8-2D4C-C1DA6C78D5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60" name="Text Placeholder 8">
            <a:extLst>
              <a:ext uri="{FF2B5EF4-FFF2-40B4-BE49-F238E27FC236}">
                <a16:creationId xmlns:a16="http://schemas.microsoft.com/office/drawing/2014/main" id="{6606E796-BD59-2903-FEA8-AE72AABCA02E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61" name="Text Placeholder 8">
            <a:extLst>
              <a:ext uri="{FF2B5EF4-FFF2-40B4-BE49-F238E27FC236}">
                <a16:creationId xmlns:a16="http://schemas.microsoft.com/office/drawing/2014/main" id="{240BB221-E66F-C921-A852-3C94D9285AF0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62" name="Text Placeholder 8">
            <a:extLst>
              <a:ext uri="{FF2B5EF4-FFF2-40B4-BE49-F238E27FC236}">
                <a16:creationId xmlns:a16="http://schemas.microsoft.com/office/drawing/2014/main" id="{3D8AE694-3746-7AA7-9C86-BC32E1CEA8F0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63" name="Text Placeholder 8">
            <a:extLst>
              <a:ext uri="{FF2B5EF4-FFF2-40B4-BE49-F238E27FC236}">
                <a16:creationId xmlns:a16="http://schemas.microsoft.com/office/drawing/2014/main" id="{8C6E80C9-08B4-A959-040F-4C6CAECA0657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64" name="Graphic 63" descr="Research">
            <a:extLst>
              <a:ext uri="{FF2B5EF4-FFF2-40B4-BE49-F238E27FC236}">
                <a16:creationId xmlns:a16="http://schemas.microsoft.com/office/drawing/2014/main" id="{8AA108AC-8E2B-FC22-746E-47E005A76C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65" name="Text Placeholder 8">
            <a:extLst>
              <a:ext uri="{FF2B5EF4-FFF2-40B4-BE49-F238E27FC236}">
                <a16:creationId xmlns:a16="http://schemas.microsoft.com/office/drawing/2014/main" id="{9488B422-6630-DE9A-81B8-8DC29DD7B3E4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459D362-E031-D687-194B-56BF09AA5D40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886F645-454F-8E45-DAD0-A219FBEF33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26243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100%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0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 0 min</a:t>
            </a:r>
            <a:endParaRPr lang="en-US" sz="1600" dirty="0">
              <a:cs typeface="Calibri"/>
            </a:endParaRP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78162" y="1838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Anestblu</a:t>
            </a:r>
            <a:br>
              <a:rPr lang="pt-BR" sz="1200" b="1" dirty="0"/>
            </a:br>
            <a:r>
              <a:rPr lang="pt-BR" sz="1200" b="1" dirty="0"/>
              <a:t>Mês:  dezembro-2026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0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2273A586-7518-4D9D-3FD3-64A700FFECF6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2EC3D5A0-CBB1-2037-42CA-2A9C78E523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D1E79CBC-B491-FA3D-7D01-DFA0FAA1BAFA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E4822CA-7803-C4C3-C03E-D97FBC60563E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D9E73E4-1070-FE9E-9B9E-4B78323068AF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5" name="Graphic 44" descr="Database">
            <a:extLst>
              <a:ext uri="{FF2B5EF4-FFF2-40B4-BE49-F238E27FC236}">
                <a16:creationId xmlns:a16="http://schemas.microsoft.com/office/drawing/2014/main" id="{225DE41D-C111-41A2-64D9-D610921BF9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46" name="Graphic 45" descr="Paper">
            <a:extLst>
              <a:ext uri="{FF2B5EF4-FFF2-40B4-BE49-F238E27FC236}">
                <a16:creationId xmlns:a16="http://schemas.microsoft.com/office/drawing/2014/main" id="{122A1C49-D842-3DE1-EBA4-0B122B2A09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AB7D1685-8D46-8481-46E7-71C0510283FD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B511DEE3-FC34-E21D-4C8E-F314862EC983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35CD5C40-F355-9A44-DBBD-29445A51375D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A2ECA84-34FB-B15E-DB77-5052959506B7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51" name="Graphic 50" descr="Research">
            <a:extLst>
              <a:ext uri="{FF2B5EF4-FFF2-40B4-BE49-F238E27FC236}">
                <a16:creationId xmlns:a16="http://schemas.microsoft.com/office/drawing/2014/main" id="{CF230F36-6DAB-0EA2-F2F6-E672EC9044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52" name="Text Placeholder 8">
            <a:extLst>
              <a:ext uri="{FF2B5EF4-FFF2-40B4-BE49-F238E27FC236}">
                <a16:creationId xmlns:a16="http://schemas.microsoft.com/office/drawing/2014/main" id="{2902E0E5-9639-7CA4-7C5A-77EB9E1BB71B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056BBCD-0AB6-2B31-E664-6B01EC8C5B98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19DEEAE-2B33-C07B-E0F9-38628665FE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6611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0</a:t>
            </a:r>
            <a:endParaRPr lang="en-US" sz="1600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Casas André Luiz</a:t>
            </a:r>
            <a:br>
              <a:rPr lang="pt-BR" sz="1200" b="1" dirty="0"/>
            </a:br>
            <a:r>
              <a:rPr lang="pt-BR" sz="1200" b="1" dirty="0"/>
              <a:t>Mês:  dezembro-2026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22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937D9B1-D782-BFA9-B29A-0D5821389408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4" name="Table 32">
            <a:extLst>
              <a:ext uri="{FF2B5EF4-FFF2-40B4-BE49-F238E27FC236}">
                <a16:creationId xmlns:a16="http://schemas.microsoft.com/office/drawing/2014/main" id="{62C62FE2-C27F-0999-E0AD-961E3E8342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7D6B252B-9DEF-CBE4-F5DA-1A58C54D3463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C6D6D18-29B0-7EB3-00C0-EA545119D5CD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AF88E61-E8A0-EF6E-C542-BF5BED086841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6" name="Graphic 65" descr="Database">
            <a:extLst>
              <a:ext uri="{FF2B5EF4-FFF2-40B4-BE49-F238E27FC236}">
                <a16:creationId xmlns:a16="http://schemas.microsoft.com/office/drawing/2014/main" id="{D7FB8D7E-A3AA-34E2-19EC-D63F896C86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67" name="Graphic 66" descr="Paper">
            <a:extLst>
              <a:ext uri="{FF2B5EF4-FFF2-40B4-BE49-F238E27FC236}">
                <a16:creationId xmlns:a16="http://schemas.microsoft.com/office/drawing/2014/main" id="{2051D2D7-7829-6D0D-9EAD-87E01F46B6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68" name="Text Placeholder 8">
            <a:extLst>
              <a:ext uri="{FF2B5EF4-FFF2-40B4-BE49-F238E27FC236}">
                <a16:creationId xmlns:a16="http://schemas.microsoft.com/office/drawing/2014/main" id="{2A8154F0-3F4E-0F33-CC85-75001853016D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69" name="Text Placeholder 8">
            <a:extLst>
              <a:ext uri="{FF2B5EF4-FFF2-40B4-BE49-F238E27FC236}">
                <a16:creationId xmlns:a16="http://schemas.microsoft.com/office/drawing/2014/main" id="{02331B70-13AA-D0FD-E24C-125DD7913851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70" name="Text Placeholder 8">
            <a:extLst>
              <a:ext uri="{FF2B5EF4-FFF2-40B4-BE49-F238E27FC236}">
                <a16:creationId xmlns:a16="http://schemas.microsoft.com/office/drawing/2014/main" id="{D035C9CF-28E5-989B-730B-01A4D4A51489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71" name="Text Placeholder 8">
            <a:extLst>
              <a:ext uri="{FF2B5EF4-FFF2-40B4-BE49-F238E27FC236}">
                <a16:creationId xmlns:a16="http://schemas.microsoft.com/office/drawing/2014/main" id="{551321A6-48D0-F895-C4D7-353108821BC2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72" name="Graphic 71" descr="Research">
            <a:extLst>
              <a:ext uri="{FF2B5EF4-FFF2-40B4-BE49-F238E27FC236}">
                <a16:creationId xmlns:a16="http://schemas.microsoft.com/office/drawing/2014/main" id="{EA018D69-D647-E0E9-6C36-868EAC4526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73" name="Text Placeholder 8">
            <a:extLst>
              <a:ext uri="{FF2B5EF4-FFF2-40B4-BE49-F238E27FC236}">
                <a16:creationId xmlns:a16="http://schemas.microsoft.com/office/drawing/2014/main" id="{C562707B-4CEB-D2D8-66F3-CFA02209E4A1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35C5685-5AA6-93CB-EF33-96D10FBD3FA4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2A46F8-DB43-CBD4-0802-8A54AC5C38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23907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1" y="1234683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>
                <a:solidFill>
                  <a:schemeClr val="bg1"/>
                </a:solidFill>
                <a:latin typeface="Calibri" panose="020F0502020204030204" pitchFamily="34" charset="0"/>
              </a:rPr>
              <a:t>100</a:t>
            </a:r>
            <a:r>
              <a:rPr lang="pt-BR" sz="16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%</a:t>
            </a:r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0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0 min</a:t>
            </a:r>
            <a:endParaRPr lang="en-US" sz="1600" dirty="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Hospital Espírita Marília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Mês:  dezembro-2026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48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E803BC4C-823D-432B-9936-2DDEACF77157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2A68FD53-86B1-F09F-633B-BEAF8A647D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8A044777-B512-82FB-43D5-A5C79FF16541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8C3DA43-0BAC-8410-0C8C-17FE28430195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599DC6B-2240-A54E-AB06-96AAFB188ECB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5" name="Graphic 44" descr="Database">
            <a:extLst>
              <a:ext uri="{FF2B5EF4-FFF2-40B4-BE49-F238E27FC236}">
                <a16:creationId xmlns:a16="http://schemas.microsoft.com/office/drawing/2014/main" id="{5F17C765-08B1-F3E5-A327-47118B8912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46" name="Graphic 45" descr="Paper">
            <a:extLst>
              <a:ext uri="{FF2B5EF4-FFF2-40B4-BE49-F238E27FC236}">
                <a16:creationId xmlns:a16="http://schemas.microsoft.com/office/drawing/2014/main" id="{8D30059D-4C0E-10EC-067B-77E67FFC47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FE524650-BAB1-E3F1-BFA0-961A1CCA749C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1E32B44E-BC67-2F59-F5A8-96BC0A399824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C166CD99-E92B-3B12-F127-1FF10E0532E3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1F13377-7F07-E4C6-6FFF-D999E9171925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51" name="Graphic 50" descr="Research">
            <a:extLst>
              <a:ext uri="{FF2B5EF4-FFF2-40B4-BE49-F238E27FC236}">
                <a16:creationId xmlns:a16="http://schemas.microsoft.com/office/drawing/2014/main" id="{4907B404-DAA2-6CD1-57EB-8000946D97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52" name="Text Placeholder 8">
            <a:extLst>
              <a:ext uri="{FF2B5EF4-FFF2-40B4-BE49-F238E27FC236}">
                <a16:creationId xmlns:a16="http://schemas.microsoft.com/office/drawing/2014/main" id="{0402083C-7184-7C17-DF24-6444C3D014EE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BB5967A-9EB9-A8D9-C861-43E4280CD5A2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4522D5B-FAE7-1ED2-883F-80AEDE1FF0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97099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100%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86712" y="352628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1</a:t>
            </a:r>
            <a:endParaRPr lang="en-US" sz="1600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1" y="2787689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0 min</a:t>
            </a:r>
            <a:endParaRPr lang="en-US" sz="1600" dirty="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Onco Jaraguá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Mês:  dezembro-2026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32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F05F36DC-A5D0-9816-F007-6221F150B136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23" name="Table 32">
            <a:extLst>
              <a:ext uri="{FF2B5EF4-FFF2-40B4-BE49-F238E27FC236}">
                <a16:creationId xmlns:a16="http://schemas.microsoft.com/office/drawing/2014/main" id="{6706B589-E2EE-ABC7-8A47-3BC45BE2DF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7148B4E8-66D9-EA1E-767B-6A740B3196EB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D8E2E59-E4F2-4E92-EE23-C6DEF39C316F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A9B369D-DBB9-934E-DCB4-5C33BC2EBCE4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7" name="Graphic 66" descr="Database">
            <a:extLst>
              <a:ext uri="{FF2B5EF4-FFF2-40B4-BE49-F238E27FC236}">
                <a16:creationId xmlns:a16="http://schemas.microsoft.com/office/drawing/2014/main" id="{A23F0FE6-C59A-738C-90CC-D327F46CB8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68" name="Graphic 67" descr="Paper">
            <a:extLst>
              <a:ext uri="{FF2B5EF4-FFF2-40B4-BE49-F238E27FC236}">
                <a16:creationId xmlns:a16="http://schemas.microsoft.com/office/drawing/2014/main" id="{E841B052-3F9C-C1EB-3487-106C6842BC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69" name="Text Placeholder 8">
            <a:extLst>
              <a:ext uri="{FF2B5EF4-FFF2-40B4-BE49-F238E27FC236}">
                <a16:creationId xmlns:a16="http://schemas.microsoft.com/office/drawing/2014/main" id="{D2C47304-18DC-7A2D-A93E-73E2CE4A52A7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70" name="Text Placeholder 8">
            <a:extLst>
              <a:ext uri="{FF2B5EF4-FFF2-40B4-BE49-F238E27FC236}">
                <a16:creationId xmlns:a16="http://schemas.microsoft.com/office/drawing/2014/main" id="{33DC0CDD-5895-5EB9-755F-F01B0F4451F4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71" name="Text Placeholder 8">
            <a:extLst>
              <a:ext uri="{FF2B5EF4-FFF2-40B4-BE49-F238E27FC236}">
                <a16:creationId xmlns:a16="http://schemas.microsoft.com/office/drawing/2014/main" id="{8C49C6A7-5C00-51D6-1D8A-33B9C0284A7B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72" name="Text Placeholder 8">
            <a:extLst>
              <a:ext uri="{FF2B5EF4-FFF2-40B4-BE49-F238E27FC236}">
                <a16:creationId xmlns:a16="http://schemas.microsoft.com/office/drawing/2014/main" id="{474B2CF8-503A-ED5C-92E0-53D495071FD2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73" name="Graphic 72" descr="Research">
            <a:extLst>
              <a:ext uri="{FF2B5EF4-FFF2-40B4-BE49-F238E27FC236}">
                <a16:creationId xmlns:a16="http://schemas.microsoft.com/office/drawing/2014/main" id="{DEEF3B32-BDBD-49BD-FEDC-652554449B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74" name="Text Placeholder 8">
            <a:extLst>
              <a:ext uri="{FF2B5EF4-FFF2-40B4-BE49-F238E27FC236}">
                <a16:creationId xmlns:a16="http://schemas.microsoft.com/office/drawing/2014/main" id="{7EF0EB4F-7C20-8FAF-0CF8-CA109D1A4533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4238B7E-DBF5-42B6-AE67-20AB77F5CE3F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B5BEC7D-72E3-4E9E-2B00-8CF127D914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84909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</a:t>
            </a:r>
            <a:endParaRPr lang="en-US" sz="160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956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</a:t>
            </a:r>
            <a:r>
              <a:rPr lang="pt-BR" sz="1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Univille</a:t>
            </a:r>
            <a:endParaRPr lang="pt-BR" sz="12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Mês:  dezembro-2026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27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0512BB3B-7F4A-1014-EBB7-3770752CCC1B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B8609CA7-605E-8C07-2A9C-83250E9522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F2479D37-1D83-2E89-AE3A-D327CA9909FD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8D54D86-DFE6-C721-A5F9-DD6812C99FBD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0E9E369-F581-5793-EAAA-465C1E8C84DC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2" name="Graphic 31" descr="Database">
            <a:extLst>
              <a:ext uri="{FF2B5EF4-FFF2-40B4-BE49-F238E27FC236}">
                <a16:creationId xmlns:a16="http://schemas.microsoft.com/office/drawing/2014/main" id="{C58C5DFC-B300-00BB-6641-EEC4570B4B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3" name="Graphic 32" descr="Paper">
            <a:extLst>
              <a:ext uri="{FF2B5EF4-FFF2-40B4-BE49-F238E27FC236}">
                <a16:creationId xmlns:a16="http://schemas.microsoft.com/office/drawing/2014/main" id="{846C2CB9-7199-49BF-D9CC-058E77EE42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7D896760-CB04-2CCA-9E91-53AFFA5D31D5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4A653ED4-DD82-AD67-CA72-BAEFD2D37DD7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A119FDD8-7F3E-ABEF-E7FA-47F87BAD9E2D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4AF2EFD3-8BB2-5FD0-C983-EA7A8B969EEB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38" name="Graphic 37" descr="Research">
            <a:extLst>
              <a:ext uri="{FF2B5EF4-FFF2-40B4-BE49-F238E27FC236}">
                <a16:creationId xmlns:a16="http://schemas.microsoft.com/office/drawing/2014/main" id="{78810E98-EC0C-5220-B8B1-AB91E62CC1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74512901-3708-22F0-2D3A-9BB9311B8EEB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E06C1CC-F921-1552-2A42-999AFEC9248D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E1AB84E-7AED-4A18-3B04-ACBE0B12E3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54170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8C7FF-BCC4-CE17-B156-791CC5BCC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464486BD-F9C1-AD07-BAE6-7F2B3147833F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9B82A9-3BBF-79FD-DD4D-7DB982A23891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3DAD67A6-2828-617A-3886-E6EA4931BE1B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5B16B5-B161-D7AB-68AB-C6BB8165C00C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</a:t>
            </a:r>
            <a:endParaRPr lang="en-US" sz="160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E845B8CF-DE2A-D49A-4DA6-E214A3F54CCD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2B31A1-C893-16AC-0C83-110B78928A78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7FD8E827-6FBB-206E-122E-F4F8F8A1A93D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CDA6C3-DA64-8807-BDDC-B6DCB2548C51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5DAA4FA8-00D6-2AAA-5F02-31A105356ADE}"/>
              </a:ext>
            </a:extLst>
          </p:cNvPr>
          <p:cNvSpPr txBox="1">
            <a:spLocks/>
          </p:cNvSpPr>
          <p:nvPr/>
        </p:nvSpPr>
        <p:spPr>
          <a:xfrm>
            <a:off x="19956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</a:t>
            </a:r>
            <a:r>
              <a:rPr lang="pt-BR" sz="1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Pompeia</a:t>
            </a:r>
            <a:endParaRPr lang="pt-BR" sz="12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Mês:  dezembro-2026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709CB687-E22D-757B-C98E-0B3C0C26ECCB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D1275B4-4A5A-347F-49D3-AB46F45D7B28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27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08E6CF6D-5AE9-86E7-1F87-03FFE889AF70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98FC2276-768B-007E-6E20-1906CECF989A}"/>
              </a:ext>
            </a:extLst>
          </p:cNvPr>
          <p:cNvGraphicFramePr>
            <a:graphicFrameLocks noGrp="1"/>
          </p:cNvGraphicFramePr>
          <p:nvPr/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D1B2E8FB-5923-0D3D-B500-C46D03F7816E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8DA006A-5F7F-E37F-90E4-D4EB9195BC4C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2835FD3-83DB-1BB4-B355-A3D7ED78D3FF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2" name="Graphic 31" descr="Database">
            <a:extLst>
              <a:ext uri="{FF2B5EF4-FFF2-40B4-BE49-F238E27FC236}">
                <a16:creationId xmlns:a16="http://schemas.microsoft.com/office/drawing/2014/main" id="{1ABC902D-6783-5B87-2E67-895DBDF6A3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3" name="Graphic 32" descr="Paper">
            <a:extLst>
              <a:ext uri="{FF2B5EF4-FFF2-40B4-BE49-F238E27FC236}">
                <a16:creationId xmlns:a16="http://schemas.microsoft.com/office/drawing/2014/main" id="{D50777B7-0E91-9634-0C1C-625A6660E5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7BB69CB3-64DA-5D65-4B8B-57660DEE9B45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299FDCED-4B91-9C52-EABA-7157D0439830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A3A9122C-044B-5586-22FF-2351FFC9EE73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904C0278-88A4-5B8F-FB7D-9A1E744CD853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38" name="Graphic 37" descr="Research">
            <a:extLst>
              <a:ext uri="{FF2B5EF4-FFF2-40B4-BE49-F238E27FC236}">
                <a16:creationId xmlns:a16="http://schemas.microsoft.com/office/drawing/2014/main" id="{28907741-1671-E8CE-F095-6586DF8871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BD942281-84D2-4BCD-6E41-748BD9D35BD7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3AC668F-1367-6276-DF1F-F22A84BE5D5F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274ED68-024B-63E3-0EDF-DD2AB9A079A5}"/>
              </a:ext>
            </a:extLst>
          </p:cNvPr>
          <p:cNvGraphicFramePr>
            <a:graphicFrameLocks noGrp="1"/>
          </p:cNvGraphicFramePr>
          <p:nvPr/>
        </p:nvGraphicFramePr>
        <p:xfrm>
          <a:off x="1806385" y="4208864"/>
          <a:ext cx="6985000" cy="741680"/>
        </p:xfrm>
        <a:graphic>
          <a:graphicData uri="http://schemas.openxmlformats.org/drawingml/2006/table">
            <a:tbl>
              <a:tblPr firstRow="1" bandRow="1"/>
              <a:tblGrid>
                <a:gridCol w="722586">
                  <a:extLst>
                    <a:ext uri="{9D8B030D-6E8A-4147-A177-3AD203B41FA5}">
                      <a16:colId xmlns:a16="http://schemas.microsoft.com/office/drawing/2014/main" val="4026205674"/>
                    </a:ext>
                  </a:extLst>
                </a:gridCol>
                <a:gridCol w="570463">
                  <a:extLst>
                    <a:ext uri="{9D8B030D-6E8A-4147-A177-3AD203B41FA5}">
                      <a16:colId xmlns:a16="http://schemas.microsoft.com/office/drawing/2014/main" val="4052992049"/>
                    </a:ext>
                  </a:extLst>
                </a:gridCol>
                <a:gridCol w="684555">
                  <a:extLst>
                    <a:ext uri="{9D8B030D-6E8A-4147-A177-3AD203B41FA5}">
                      <a16:colId xmlns:a16="http://schemas.microsoft.com/office/drawing/2014/main" val="3169217822"/>
                    </a:ext>
                  </a:extLst>
                </a:gridCol>
                <a:gridCol w="598986">
                  <a:extLst>
                    <a:ext uri="{9D8B030D-6E8A-4147-A177-3AD203B41FA5}">
                      <a16:colId xmlns:a16="http://schemas.microsoft.com/office/drawing/2014/main" val="2537842021"/>
                    </a:ext>
                  </a:extLst>
                </a:gridCol>
                <a:gridCol w="484893">
                  <a:extLst>
                    <a:ext uri="{9D8B030D-6E8A-4147-A177-3AD203B41FA5}">
                      <a16:colId xmlns:a16="http://schemas.microsoft.com/office/drawing/2014/main" val="1871931081"/>
                    </a:ext>
                  </a:extLst>
                </a:gridCol>
                <a:gridCol w="1888866">
                  <a:extLst>
                    <a:ext uri="{9D8B030D-6E8A-4147-A177-3AD203B41FA5}">
                      <a16:colId xmlns:a16="http://schemas.microsoft.com/office/drawing/2014/main" val="2682311077"/>
                    </a:ext>
                  </a:extLst>
                </a:gridCol>
                <a:gridCol w="2034651">
                  <a:extLst>
                    <a:ext uri="{9D8B030D-6E8A-4147-A177-3AD203B41FA5}">
                      <a16:colId xmlns:a16="http://schemas.microsoft.com/office/drawing/2014/main" val="9083300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Data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Recurso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Inicio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Fim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Problema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Solução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988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buNone/>
                      </a:pPr>
                      <a:r>
                        <a:rPr lang="en-US" sz="800" b="0" i="0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</a:rPr>
                        <a:t>Resumo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buNone/>
                      </a:pPr>
                      <a:r>
                        <a:rPr lang="pt-BR" sz="800" b="0" i="0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</a:rPr>
                        <a:t>Sem registros de incidentes no mês.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2061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60664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0E286-CEC0-4D1E-BF39-ECA9D86DE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22222D75-D3D5-78FD-E538-3397321757BC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9253BD-B20B-8B34-B690-668D2BE1AEA3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100,00%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3449F000-E894-B60E-90E4-F61ED2D2BE6B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6AE1AE-0167-3FF1-3643-4C5CBA82BA61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</a:t>
            </a:r>
            <a:endParaRPr lang="en-US" sz="160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A8AF674C-3ACF-9EA0-1684-BFD96DAF5519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83B1DB-A0DD-6F5B-9801-B76A2F084CD6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A49405E0-E39D-4201-708F-2678D4F00441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F49994-1A1C-04B0-7B60-12AED91FB96A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0C76E383-5382-CF42-F855-C7ADE2E0512D}"/>
              </a:ext>
            </a:extLst>
          </p:cNvPr>
          <p:cNvSpPr txBox="1">
            <a:spLocks/>
          </p:cNvSpPr>
          <p:nvPr/>
        </p:nvSpPr>
        <p:spPr>
          <a:xfrm>
            <a:off x="19956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</a:t>
            </a:r>
            <a:r>
              <a:rPr lang="pt-BR" sz="1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Erechim</a:t>
            </a:r>
            <a:endParaRPr lang="pt-BR" sz="12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Mês:  dezembro-2026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7B27FA67-CAB9-A3A2-7D6A-2033E20CF75C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255B1FA-EFA3-FDED-055E-D45D195AE4A9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27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497EF065-E9D5-A084-C88E-23FC89603580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E3927AC0-32BC-9B7A-EE4A-0E68182D69C7}"/>
              </a:ext>
            </a:extLst>
          </p:cNvPr>
          <p:cNvGraphicFramePr>
            <a:graphicFrameLocks noGrp="1"/>
          </p:cNvGraphicFramePr>
          <p:nvPr/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C519F9AE-FF0A-F9DE-F90E-46E339E8357E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E4144EF-CDAC-6ED6-0581-15B0CF48A84A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EFF31C9-A97E-4F6A-6E6C-871F0A9C6AF5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2" name="Graphic 31" descr="Database">
            <a:extLst>
              <a:ext uri="{FF2B5EF4-FFF2-40B4-BE49-F238E27FC236}">
                <a16:creationId xmlns:a16="http://schemas.microsoft.com/office/drawing/2014/main" id="{7B6C30A0-8945-D95D-1CCD-B233D494BE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3" name="Graphic 32" descr="Paper">
            <a:extLst>
              <a:ext uri="{FF2B5EF4-FFF2-40B4-BE49-F238E27FC236}">
                <a16:creationId xmlns:a16="http://schemas.microsoft.com/office/drawing/2014/main" id="{AD0F5B7E-E41D-E394-E3A1-E6D56B48D4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8F4DB846-E538-2D50-1981-3B1C89C81737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346A3B68-EA5B-995D-6B3E-9B0362DC341D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32514368-59EF-472C-5951-B92D5A45A5F5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232B369C-04E1-8063-5880-28F1BB2E9C51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38" name="Graphic 37" descr="Research">
            <a:extLst>
              <a:ext uri="{FF2B5EF4-FFF2-40B4-BE49-F238E27FC236}">
                <a16:creationId xmlns:a16="http://schemas.microsoft.com/office/drawing/2014/main" id="{0AF1B690-AED9-4637-CC92-A9B6EC698B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8BDAB776-C841-80F3-A933-C77915550ED4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94AD0D8-B00F-038B-0A39-B19019421936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9E23013-4904-78DD-0AA7-762F3995132E}"/>
              </a:ext>
            </a:extLst>
          </p:cNvPr>
          <p:cNvGraphicFramePr>
            <a:graphicFrameLocks noGrp="1"/>
          </p:cNvGraphicFramePr>
          <p:nvPr/>
        </p:nvGraphicFramePr>
        <p:xfrm>
          <a:off x="1806385" y="4208864"/>
          <a:ext cx="6985000" cy="741680"/>
        </p:xfrm>
        <a:graphic>
          <a:graphicData uri="http://schemas.openxmlformats.org/drawingml/2006/table">
            <a:tbl>
              <a:tblPr firstRow="1" bandRow="1"/>
              <a:tblGrid>
                <a:gridCol w="722586">
                  <a:extLst>
                    <a:ext uri="{9D8B030D-6E8A-4147-A177-3AD203B41FA5}">
                      <a16:colId xmlns:a16="http://schemas.microsoft.com/office/drawing/2014/main" val="4026205674"/>
                    </a:ext>
                  </a:extLst>
                </a:gridCol>
                <a:gridCol w="570463">
                  <a:extLst>
                    <a:ext uri="{9D8B030D-6E8A-4147-A177-3AD203B41FA5}">
                      <a16:colId xmlns:a16="http://schemas.microsoft.com/office/drawing/2014/main" val="4052992049"/>
                    </a:ext>
                  </a:extLst>
                </a:gridCol>
                <a:gridCol w="684555">
                  <a:extLst>
                    <a:ext uri="{9D8B030D-6E8A-4147-A177-3AD203B41FA5}">
                      <a16:colId xmlns:a16="http://schemas.microsoft.com/office/drawing/2014/main" val="3169217822"/>
                    </a:ext>
                  </a:extLst>
                </a:gridCol>
                <a:gridCol w="598986">
                  <a:extLst>
                    <a:ext uri="{9D8B030D-6E8A-4147-A177-3AD203B41FA5}">
                      <a16:colId xmlns:a16="http://schemas.microsoft.com/office/drawing/2014/main" val="2537842021"/>
                    </a:ext>
                  </a:extLst>
                </a:gridCol>
                <a:gridCol w="484893">
                  <a:extLst>
                    <a:ext uri="{9D8B030D-6E8A-4147-A177-3AD203B41FA5}">
                      <a16:colId xmlns:a16="http://schemas.microsoft.com/office/drawing/2014/main" val="1871931081"/>
                    </a:ext>
                  </a:extLst>
                </a:gridCol>
                <a:gridCol w="1888866">
                  <a:extLst>
                    <a:ext uri="{9D8B030D-6E8A-4147-A177-3AD203B41FA5}">
                      <a16:colId xmlns:a16="http://schemas.microsoft.com/office/drawing/2014/main" val="2682311077"/>
                    </a:ext>
                  </a:extLst>
                </a:gridCol>
                <a:gridCol w="2034651">
                  <a:extLst>
                    <a:ext uri="{9D8B030D-6E8A-4147-A177-3AD203B41FA5}">
                      <a16:colId xmlns:a16="http://schemas.microsoft.com/office/drawing/2014/main" val="9083300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Data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Recurso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Inicio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Fim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Problema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Solução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988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buNone/>
                      </a:pPr>
                      <a:r>
                        <a:rPr lang="en-US" sz="800" b="0" i="0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</a:rPr>
                        <a:t>Resumo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buNone/>
                      </a:pPr>
                      <a:r>
                        <a:rPr lang="pt-BR" sz="800" b="0" i="0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</a:rPr>
                        <a:t>Sem registros de incidentes no mês.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2061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597886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3045&quot;&gt;&lt;version val=&quot;25138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7&quot;&gt;&lt;elem m_fUsage=&quot;3.43900000000000005684E+00&quot;&gt;&lt;m_msothmcolidx val=&quot;0&quot;/&gt;&lt;m_rgb r=&quot;A3&quot; g=&quot;D9&quot; b=&quot;D9&quot;/&gt;&lt;m_nBrightness val=&quot;0&quot;/&gt;&lt;/elem&gt;&lt;elem m_fUsage=&quot;1.41682643648100059508E+00&quot;&gt;&lt;m_msothmcolidx val=&quot;0&quot;/&gt;&lt;m_rgb r=&quot;9E&quot; g=&quot;2D&quot; b=&quot;B1&quot;/&gt;&lt;m_nBrightness val=&quot;0&quot;/&gt;&lt;/elem&gt;&lt;elem m_fUsage=&quot;1.20667841354961047351E+00&quot;&gt;&lt;m_msothmcolidx val=&quot;0&quot;/&gt;&lt;m_rgb r=&quot;EC&quot; g=&quot;43&quot; b=&quot;71&quot;/&gt;&lt;m_nBrightness val=&quot;0&quot;/&gt;&lt;/elem&gt;&lt;elem m_fUsage=&quot;8.80119440100000316463E-01&quot;&gt;&lt;m_msothmcolidx val=&quot;0&quot;/&gt;&lt;m_rgb r=&quot;00&quot; g=&quot;8E&quot; b=&quot;CC&quot;/&gt;&lt;m_nBrightness val=&quot;0&quot;/&gt;&lt;/elem&gt;&lt;elem m_fUsage=&quot;6.84653792832900287557E-01&quot;&gt;&lt;m_msothmcolidx val=&quot;0&quot;/&gt;&lt;m_rgb r=&quot;9E&quot; g=&quot;2D&quot; b=&quot;11&quot;/&gt;&lt;m_nBrightness val=&quot;0&quot;/&gt;&lt;/elem&gt;&lt;elem m_fUsage=&quot;3.13810596090000171188E-01&quot;&gt;&lt;m_msothmcolidx val=&quot;0&quot;/&gt;&lt;m_rgb r=&quot;09&quot; g=&quot;A3&quot; b=&quot;FF&quot;/&gt;&lt;m_nBrightness val=&quot;0&quot;/&gt;&lt;/elem&gt;&lt;elem m_fUsage=&quot;2.05891132094649098594E-01&quot;&gt;&lt;m_msothmcolidx val=&quot;0&quot;/&gt;&lt;m_rgb r=&quot;D3&quot; g=&quot;E8&quot; b=&quot;ED&quot;/&gt;&lt;m_nBrightness val=&quot;0&quot;/&gt;&lt;/elem&gt;&lt;/m_vecMRU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wbatYagSyKSJhzbVoC0G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pmNO_54Sa2hlaXD_IEji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DhZ.6C_Tu2XwAo0QYSkJ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KhZnkiSTuqlYXlI_XspM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qvyvM2iRHaxZ5i4g7GA.A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f4VFSuEQQups0ulDuF19w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80pDCr0Q2Wp2L0wENcehQ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3c97NhnRtGIQipb0wENxQ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0q1yE6hRTGv_ga4GbII8g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r.LJhckSGCxmH17d0fWV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n3EePDZRDCiGs6qA7F.ig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heme/theme1.xml><?xml version="1.0" encoding="utf-8"?>
<a:theme xmlns:a="http://schemas.openxmlformats.org/drawingml/2006/main" name="presentation_template_16x9_nov18">
  <a:themeElements>
    <a:clrScheme name="Philips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66A1"/>
      </a:accent1>
      <a:accent2>
        <a:srgbClr val="1E9D8B"/>
      </a:accent2>
      <a:accent3>
        <a:srgbClr val="5B8F22"/>
      </a:accent3>
      <a:accent4>
        <a:srgbClr val="E98300"/>
      </a:accent4>
      <a:accent5>
        <a:srgbClr val="EC4371"/>
      </a:accent5>
      <a:accent6>
        <a:srgbClr val="9E2DB1"/>
      </a:accent6>
      <a:hlink>
        <a:srgbClr val="0089C4"/>
      </a:hlink>
      <a:folHlink>
        <a:srgbClr val="631D76"/>
      </a:folHlink>
    </a:clrScheme>
    <a:fontScheme name="Philips_New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89C4"/>
        </a:solidFill>
        <a:ln w="25400" cap="flat" cmpd="sng" algn="ctr">
          <a:solidFill>
            <a:srgbClr val="0089C4"/>
          </a:solidFill>
          <a:prstDash val="solid"/>
        </a:ln>
        <a:effectLst/>
      </a:spPr>
      <a:bodyPr rtlCol="0" anchor="ctr"/>
      <a:lstStyle>
        <a:defPPr algn="ctr">
          <a:defRPr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hilips_presentation_template_16x9_nov18_1112.pptx" id="{BEC723CF-679C-4F78-8FDC-5F75600573FC}" vid="{82C35204-7926-405E-85BB-7292904EC9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0d43e73-0cc7-48cc-a067-a534139a8f0a">
      <Terms xmlns="http://schemas.microsoft.com/office/infopath/2007/PartnerControls"/>
    </lcf76f155ced4ddcb4097134ff3c332f>
    <TaxCatchAll xmlns="49919dca-d9c1-492f-bd36-8a887e31a6e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148155E1F42CD459FAF16894887DAA8" ma:contentTypeVersion="19" ma:contentTypeDescription="Create a new document." ma:contentTypeScope="" ma:versionID="f3c1ff4cc977e833e3abf0a2db05f68a">
  <xsd:schema xmlns:xsd="http://www.w3.org/2001/XMLSchema" xmlns:xs="http://www.w3.org/2001/XMLSchema" xmlns:p="http://schemas.microsoft.com/office/2006/metadata/properties" xmlns:ns2="a0d43e73-0cc7-48cc-a067-a534139a8f0a" xmlns:ns3="41ef1310-3ba9-45d3-b043-a89aad6aae33" xmlns:ns4="49919dca-d9c1-492f-bd36-8a887e31a6e3" targetNamespace="http://schemas.microsoft.com/office/2006/metadata/properties" ma:root="true" ma:fieldsID="81d7a4caecef6ed33302c9679e59dad6" ns2:_="" ns3:_="" ns4:_="">
    <xsd:import namespace="a0d43e73-0cc7-48cc-a067-a534139a8f0a"/>
    <xsd:import namespace="41ef1310-3ba9-45d3-b043-a89aad6aae33"/>
    <xsd:import namespace="49919dca-d9c1-492f-bd36-8a887e31a6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d43e73-0cc7-48cc-a067-a534139a8f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e40374fb-a6cc-4854-989f-c1d94a7967e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ef1310-3ba9-45d3-b043-a89aad6aae33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919dca-d9c1-492f-bd36-8a887e31a6e3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cfd09e05-12cc-4ed8-8821-f95ddac83cf6}" ma:internalName="TaxCatchAll" ma:showField="CatchAllData" ma:web="41ef1310-3ba9-45d3-b043-a89aad6aae3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haredContentType xmlns="Microsoft.SharePoint.Taxonomy.ContentTypeSync" SourceId="e40374fb-a6cc-4854-989f-c1d94a7967ee" ContentTypeId="0x01" PreviousValue="false"/>
</file>

<file path=customXml/itemProps1.xml><?xml version="1.0" encoding="utf-8"?>
<ds:datastoreItem xmlns:ds="http://schemas.openxmlformats.org/officeDocument/2006/customXml" ds:itemID="{D1D4E35B-5327-4A43-9E88-1C4A94059FBB}">
  <ds:schemaRefs>
    <ds:schemaRef ds:uri="http://schemas.microsoft.com/office/2006/metadata/properties"/>
    <ds:schemaRef ds:uri="a0d43e73-0cc7-48cc-a067-a534139a8f0a"/>
    <ds:schemaRef ds:uri="http://schemas.openxmlformats.org/package/2006/metadata/core-properties"/>
    <ds:schemaRef ds:uri="http://schemas.microsoft.com/office/infopath/2007/PartnerControls"/>
    <ds:schemaRef ds:uri="http://purl.org/dc/dcmitype/"/>
    <ds:schemaRef ds:uri="49919dca-d9c1-492f-bd36-8a887e31a6e3"/>
    <ds:schemaRef ds:uri="http://schemas.microsoft.com/office/2006/documentManagement/types"/>
    <ds:schemaRef ds:uri="http://purl.org/dc/elements/1.1/"/>
    <ds:schemaRef ds:uri="41ef1310-3ba9-45d3-b043-a89aad6aae33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6E8977F5-4E4C-4D2C-B752-95AA0F7D9AEE}">
  <ds:schemaRefs>
    <ds:schemaRef ds:uri="41ef1310-3ba9-45d3-b043-a89aad6aae33"/>
    <ds:schemaRef ds:uri="49919dca-d9c1-492f-bd36-8a887e31a6e3"/>
    <ds:schemaRef ds:uri="a0d43e73-0cc7-48cc-a067-a534139a8f0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58B2A0D-B4A5-4738-9E97-F9DBDC3624DE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CDDCAA6E-1227-47E8-80D2-A0A29A7EEB1F}">
  <ds:schemaRefs>
    <ds:schemaRef ds:uri="Microsoft.SharePoint.Taxonomy.ContentTypeSyn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philips_presentation_template_16x9_nov18</Template>
  <TotalTime>0</TotalTime>
  <Words>1853</Words>
  <Application>Microsoft Office PowerPoint</Application>
  <PresentationFormat>On-screen Show (16:9)</PresentationFormat>
  <Paragraphs>841</Paragraphs>
  <Slides>22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Slack-Lato</vt:lpstr>
      <vt:lpstr>presentation_template_16x9_nov18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Philips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Gan, George Kok Hin</dc:creator>
  <cp:lastModifiedBy>Ciatti, Luis</cp:lastModifiedBy>
  <cp:revision>159</cp:revision>
  <cp:lastPrinted>2025-09-03T18:03:02Z</cp:lastPrinted>
  <dcterms:created xsi:type="dcterms:W3CDTF">2020-02-07T07:31:01Z</dcterms:created>
  <dcterms:modified xsi:type="dcterms:W3CDTF">2026-07-02T18:52:11Z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0x0101007148155E1F42CD459FAF16894887DAA8</vt:lpwstr>
  </property>
  <property fmtid="{D5CDD505-2E9C-101B-9397-08002B2CF9AE}" pid="3" name="MediaServiceImageTags">
    <vt:lpwstr/>
  </property>
</Properties>
</file>