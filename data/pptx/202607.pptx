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8"/>
  </p:notesMasterIdLst>
  <p:handoutMasterIdLst>
    <p:handoutMasterId r:id="rId29"/>
  </p:handoutMasterIdLst>
  <p:sldIdLst>
    <p:sldId id="2076136791" r:id="rId6"/>
    <p:sldId id="2142532072" r:id="rId7"/>
    <p:sldId id="2142532088" r:id="rId8"/>
    <p:sldId id="2142532108" r:id="rId9"/>
    <p:sldId id="2142532109" r:id="rId10"/>
    <p:sldId id="2142532110" r:id="rId11"/>
    <p:sldId id="2142532067" r:id="rId12"/>
    <p:sldId id="2142532094" r:id="rId13"/>
    <p:sldId id="2142532103" r:id="rId14"/>
    <p:sldId id="2142532096" r:id="rId15"/>
    <p:sldId id="2142532104" r:id="rId16"/>
    <p:sldId id="2142532107" r:id="rId17"/>
    <p:sldId id="2142532099" r:id="rId18"/>
    <p:sldId id="2142532092" r:id="rId19"/>
    <p:sldId id="2142532105" r:id="rId20"/>
    <p:sldId id="2142532089" r:id="rId21"/>
    <p:sldId id="2142532091" r:id="rId22"/>
    <p:sldId id="2142532095" r:id="rId23"/>
    <p:sldId id="2142532097" r:id="rId24"/>
    <p:sldId id="2142532101" r:id="rId25"/>
    <p:sldId id="2142532111" r:id="rId26"/>
    <p:sldId id="2142532112" r:id="rId27"/>
  </p:sldIdLst>
  <p:sldSz cx="9144000" cy="5143500" type="screen16x9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B"/>
    <a:srgbClr val="0065A1"/>
    <a:srgbClr val="34CCD7"/>
    <a:srgbClr val="0066A1"/>
    <a:srgbClr val="1E9D8B"/>
    <a:srgbClr val="E59AAA"/>
    <a:srgbClr val="EC4371"/>
    <a:srgbClr val="FFFF00"/>
    <a:srgbClr val="5C9D67"/>
    <a:srgbClr val="5B8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30783-01EB-44E5-9923-A7B3BA21AE13}" v="170" dt="2026-07-02T18:38:31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7" autoAdjust="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undo custSel addSld delSld modSld">
      <pc:chgData name="Ciatti, Luis" userId="67d34ccc-3715-45c9-99fb-0416bd0f554a" providerId="ADAL" clId="{079CE51C-73CC-48D6-8769-F66B8D85F5D1}" dt="2026-07-02T18:52:10.230" v="215" actId="70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4:45.219" v="208" actId="207"/>
        <pc:sldMkLst>
          <pc:docMk/>
          <pc:sldMk cId="3665548009" sldId="2076136791"/>
        </pc:sldMkLst>
        <pc:spChg chg="add del mo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2" creationId="{34CF70D4-883B-5CE8-22E9-807D97E247EF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3" creationId="{13D68D99-452B-7AE5-BD54-43DD46027948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4" creationId="{8AE300C0-094E-0206-3B40-6128AE5927B2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5" creationId="{A42F1515-D2D9-9EC5-0823-4F371079328B}"/>
          </ac:spMkLst>
        </pc:spChg>
        <pc:spChg chg="del mod ord">
          <ac:chgData name="Ciatti, Luis" userId="67d34ccc-3715-45c9-99fb-0416bd0f554a" providerId="ADAL" clId="{079CE51C-73CC-48D6-8769-F66B8D85F5D1}" dt="2026-07-02T12:58:46.816" v="31" actId="478"/>
          <ac:spMkLst>
            <pc:docMk/>
            <pc:sldMk cId="3665548009" sldId="2076136791"/>
            <ac:spMk id="6" creationId="{F69EEDDD-C81B-4791-AAB1-344C153CDFD9}"/>
          </ac:spMkLst>
        </pc:spChg>
        <pc:spChg chg="add del mod ord">
          <ac:chgData name="Ciatti, Luis" userId="67d34ccc-3715-45c9-99fb-0416bd0f554a" providerId="ADAL" clId="{079CE51C-73CC-48D6-8769-F66B8D85F5D1}" dt="2026-07-02T12:55:34.885" v="5" actId="700"/>
          <ac:spMkLst>
            <pc:docMk/>
            <pc:sldMk cId="3665548009" sldId="2076136791"/>
            <ac:spMk id="7" creationId="{568539F0-B91A-D708-FC3C-31D3193F7A94}"/>
          </ac:spMkLst>
        </pc:spChg>
        <pc:spChg chg="add mod">
          <ac:chgData name="Ciatti, Luis" userId="67d34ccc-3715-45c9-99fb-0416bd0f554a" providerId="ADAL" clId="{079CE51C-73CC-48D6-8769-F66B8D85F5D1}" dt="2026-07-02T12:57:01.541" v="15"/>
          <ac:spMkLst>
            <pc:docMk/>
            <pc:sldMk cId="3665548009" sldId="2076136791"/>
            <ac:spMk id="8" creationId="{E86DF01D-30E7-7260-5AE3-0BB301BC5C4B}"/>
          </ac:spMkLst>
        </pc:spChg>
        <pc:spChg chg="add mod">
          <ac:chgData name="Ciatti, Luis" userId="67d34ccc-3715-45c9-99fb-0416bd0f554a" providerId="ADAL" clId="{079CE51C-73CC-48D6-8769-F66B8D85F5D1}" dt="2026-07-02T13:08:46.942" v="161" actId="2711"/>
          <ac:spMkLst>
            <pc:docMk/>
            <pc:sldMk cId="3665548009" sldId="2076136791"/>
            <ac:spMk id="9" creationId="{3AAE8C56-3ED7-F975-06A6-AE7630D0457A}"/>
          </ac:spMkLst>
        </pc:spChg>
        <pc:spChg chg="add mod">
          <ac:chgData name="Ciatti, Luis" userId="67d34ccc-3715-45c9-99fb-0416bd0f554a" providerId="ADAL" clId="{079CE51C-73CC-48D6-8769-F66B8D85F5D1}" dt="2026-07-02T13:14:45.219" v="208" actId="207"/>
          <ac:spMkLst>
            <pc:docMk/>
            <pc:sldMk cId="3665548009" sldId="2076136791"/>
            <ac:spMk id="12" creationId="{25F56D04-E285-FD26-1393-6D6EDF1E1AD5}"/>
          </ac:spMkLst>
        </pc:spChg>
        <pc:picChg chg="add mod">
          <ac:chgData name="Ciatti, Luis" userId="67d34ccc-3715-45c9-99fb-0416bd0f554a" providerId="ADAL" clId="{079CE51C-73CC-48D6-8769-F66B8D85F5D1}" dt="2026-07-02T13:08:48.325" v="164" actId="1076"/>
          <ac:picMkLst>
            <pc:docMk/>
            <pc:sldMk cId="3665548009" sldId="2076136791"/>
            <ac:picMk id="10" creationId="{7CF9C3B1-4B6D-9A25-D6A4-EB49C3A8FE90}"/>
          </ac:picMkLst>
        </pc:picChg>
        <pc:picChg chg="add del mod">
          <ac:chgData name="Ciatti, Luis" userId="67d34ccc-3715-45c9-99fb-0416bd0f554a" providerId="ADAL" clId="{079CE51C-73CC-48D6-8769-F66B8D85F5D1}" dt="2026-07-02T13:11:18.261" v="190" actId="478"/>
          <ac:picMkLst>
            <pc:docMk/>
            <pc:sldMk cId="3665548009" sldId="2076136791"/>
            <ac:picMk id="11" creationId="{21136C0C-5123-F281-3AEC-5FEB48AE7414}"/>
          </ac:picMkLst>
        </pc:picChg>
        <pc:picChg chg="add del mod">
          <ac:chgData name="Ciatti, Luis" userId="67d34ccc-3715-45c9-99fb-0416bd0f554a" providerId="ADAL" clId="{079CE51C-73CC-48D6-8769-F66B8D85F5D1}" dt="2026-07-02T13:08:52.339" v="170" actId="478"/>
          <ac:picMkLst>
            <pc:docMk/>
            <pc:sldMk cId="3665548009" sldId="2076136791"/>
            <ac:picMk id="1026" creationId="{2F267FF0-B975-8272-5502-155DEAB9440C}"/>
          </ac:picMkLst>
        </pc:picChg>
        <pc:picChg chg="add mod">
          <ac:chgData name="Ciatti, Luis" userId="67d34ccc-3715-45c9-99fb-0416bd0f554a" providerId="ADAL" clId="{079CE51C-73CC-48D6-8769-F66B8D85F5D1}" dt="2026-07-02T13:03:39.948" v="77" actId="1076"/>
          <ac:picMkLst>
            <pc:docMk/>
            <pc:sldMk cId="3665548009" sldId="2076136791"/>
            <ac:picMk id="1028" creationId="{84187FFB-1276-D64E-9172-6EA599B52CB7}"/>
          </ac:picMkLst>
        </pc:picChg>
        <pc:picChg chg="add mod">
          <ac:chgData name="Ciatti, Luis" userId="67d34ccc-3715-45c9-99fb-0416bd0f554a" providerId="ADAL" clId="{079CE51C-73CC-48D6-8769-F66B8D85F5D1}" dt="2026-07-02T13:06:07.769" v="126" actId="14100"/>
          <ac:picMkLst>
            <pc:docMk/>
            <pc:sldMk cId="3665548009" sldId="2076136791"/>
            <ac:picMk id="1030" creationId="{D715A355-75DC-B8EC-8886-1C6025344309}"/>
          </ac:picMkLst>
        </pc:picChg>
        <pc:picChg chg="add mod">
          <ac:chgData name="Ciatti, Luis" userId="67d34ccc-3715-45c9-99fb-0416bd0f554a" providerId="ADAL" clId="{079CE51C-73CC-48D6-8769-F66B8D85F5D1}" dt="2026-07-02T13:11:47.274" v="204" actId="1076"/>
          <ac:picMkLst>
            <pc:docMk/>
            <pc:sldMk cId="3665548009" sldId="2076136791"/>
            <ac:picMk id="1032" creationId="{8D2AAADA-6D8E-87E8-77DE-4436994E7340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6902317" sldId="214253206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08:42.698" v="156" actId="207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08:26.685" v="155" actId="207"/>
          <ac:spMkLst>
            <pc:docMk/>
            <pc:sldMk cId="1742287719" sldId="2142532072"/>
            <ac:spMk id="9" creationId="{E2F88E5F-09FF-493D-A2F5-8105A2612F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1" creationId="{D7B6EAE9-78BA-435C-94A5-AEF575FA1072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3" creationId="{31AE4D86-4D97-4AD9-A1DB-C0E0E0DC7A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5" creationId="{F27D2EE2-119C-46AF-AA69-038E8F6C3C60}"/>
          </ac:spMkLst>
        </pc:spChg>
        <pc:spChg chg="mod">
          <ac:chgData name="Ciatti, Luis" userId="67d34ccc-3715-45c9-99fb-0416bd0f554a" providerId="ADAL" clId="{079CE51C-73CC-48D6-8769-F66B8D85F5D1}" dt="2026-07-02T13:08:42.698" v="156" actId="207"/>
          <ac:spMkLst>
            <pc:docMk/>
            <pc:sldMk cId="1742287719" sldId="2142532072"/>
            <ac:spMk id="27" creationId="{D251D970-3718-4F95-8A62-35A5B8A719A3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29" creationId="{C00E20C8-7AAC-C0F8-8D7B-9F1F5DA2209F}"/>
          </ac:spMkLst>
        </pc:spChg>
        <pc:graphicFrameChg chg="modGraphic">
          <ac:chgData name="Ciatti, Luis" userId="67d34ccc-3715-45c9-99fb-0416bd0f554a" providerId="ADAL" clId="{079CE51C-73CC-48D6-8769-F66B8D85F5D1}" dt="2026-07-02T13:07:09.539" v="138"/>
          <ac:graphicFrameMkLst>
            <pc:docMk/>
            <pc:sldMk cId="1742287719" sldId="2142532072"/>
            <ac:graphicFrameMk id="23" creationId="{12B03622-6878-6F90-DDE0-2AC4010CC98B}"/>
          </ac:graphicFrameMkLst>
        </pc:graphicFrame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538460266" sldId="214253208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2661185" sldId="214253208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2661185" sldId="214253208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272390752" sldId="214253209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272390752" sldId="214253209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8555870" sldId="2142532092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8555870" sldId="214253209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41775030" sldId="214253209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159709978" sldId="214253209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159709978" sldId="214253209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624423549" sldId="2142532096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624423549" sldId="2142532096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178490917" sldId="214253209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178490917" sldId="214253209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880000035" sldId="214253209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880000035" sldId="214253209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605417091" sldId="214253210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605417091" sldId="214253210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884460427" sldId="2142532103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884460427" sldId="2142532103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646334771" sldId="214253210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646334771" sldId="214253210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02624332" sldId="214253210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02624332" sldId="214253210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85833697" sldId="214253210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85833697" sldId="214253210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00055490" sldId="214253210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843319308" sldId="214253210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843319308" sldId="2142532109"/>
            <ac:spMk id="27" creationId="{B6F1B2C1-5745-F57D-6357-4063E32C80F5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601948692" sldId="2142532110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601948692" sldId="2142532110"/>
            <ac:spMk id="27" creationId="{5FF3745A-6D62-68D1-0FA3-F036D959CA10}"/>
          </ac:spMkLst>
        </pc:spChg>
      </pc:sldChg>
      <pc:sldChg chg="add del setBg">
        <pc:chgData name="Ciatti, Luis" userId="67d34ccc-3715-45c9-99fb-0416bd0f554a" providerId="ADAL" clId="{079CE51C-73CC-48D6-8769-F66B8D85F5D1}" dt="2026-07-02T12:56:22.018" v="11"/>
        <pc:sldMkLst>
          <pc:docMk/>
          <pc:sldMk cId="68625319" sldId="2142532111"/>
        </pc:sldMkLst>
      </pc:sldChg>
      <pc:sldChg chg="addSp delSp modSp new del mod setBg modClrScheme chgLayout">
        <pc:chgData name="Ciatti, Luis" userId="67d34ccc-3715-45c9-99fb-0416bd0f554a" providerId="ADAL" clId="{079CE51C-73CC-48D6-8769-F66B8D85F5D1}" dt="2026-07-02T12:58:29.526" v="28" actId="680"/>
        <pc:sldMkLst>
          <pc:docMk/>
          <pc:sldMk cId="1667240505" sldId="2142532111"/>
        </pc:sldMkLst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2" creationId="{1EE5583D-9FEF-3EF7-A60D-09C59641A709}"/>
          </ac:spMkLst>
        </pc:spChg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3" creationId="{981CBDCA-8F04-73A8-49AC-A09C66436666}"/>
          </ac:spMkLst>
        </pc:spChg>
        <pc:spChg chg="mod ord modVis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4" creationId="{2EE0B3A2-D869-9E13-D41E-392E76D196A6}"/>
          </ac:spMkLst>
        </pc:spChg>
        <pc:spChg chg="add del mod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9" creationId="{F307619D-9921-964C-B683-6B276855F6F6}"/>
          </ac:spMkLst>
        </pc:spChg>
      </pc:sldChg>
      <pc:sldChg chg="modSp add mod modClrScheme chgLayout">
        <pc:chgData name="Ciatti, Luis" userId="67d34ccc-3715-45c9-99fb-0416bd0f554a" providerId="ADAL" clId="{079CE51C-73CC-48D6-8769-F66B8D85F5D1}" dt="2026-07-02T18:52:05.263" v="214" actId="700"/>
        <pc:sldMkLst>
          <pc:docMk/>
          <pc:sldMk cId="2326066471" sldId="2142532111"/>
        </pc:sldMkLst>
        <pc:spChg chg="mod">
          <ac:chgData name="Ciatti, Luis" userId="67d34ccc-3715-45c9-99fb-0416bd0f554a" providerId="ADAL" clId="{079CE51C-73CC-48D6-8769-F66B8D85F5D1}" dt="2026-07-02T18:38:05.686" v="210"/>
          <ac:spMkLst>
            <pc:docMk/>
            <pc:sldMk cId="2326066471" sldId="2142532111"/>
            <ac:spMk id="27" creationId="{5DAA4FA8-00D6-2AAA-5F02-31A105356ADE}"/>
          </ac:spMkLst>
        </pc:spChg>
      </pc:sldChg>
      <pc:sldChg chg="add del setBg">
        <pc:chgData name="Ciatti, Luis" userId="67d34ccc-3715-45c9-99fb-0416bd0f554a" providerId="ADAL" clId="{079CE51C-73CC-48D6-8769-F66B8D85F5D1}" dt="2026-07-02T12:56:57.905" v="14"/>
        <pc:sldMkLst>
          <pc:docMk/>
          <pc:sldMk cId="3936668706" sldId="2142532111"/>
        </pc:sldMkLst>
      </pc:sldChg>
      <pc:sldChg chg="modSp add mod modClrScheme chgLayout">
        <pc:chgData name="Ciatti, Luis" userId="67d34ccc-3715-45c9-99fb-0416bd0f554a" providerId="ADAL" clId="{079CE51C-73CC-48D6-8769-F66B8D85F5D1}" dt="2026-07-02T18:52:10.230" v="215" actId="700"/>
        <pc:sldMkLst>
          <pc:docMk/>
          <pc:sldMk cId="3105978863" sldId="2142532112"/>
        </pc:sldMkLst>
        <pc:spChg chg="mod">
          <ac:chgData name="Ciatti, Luis" userId="67d34ccc-3715-45c9-99fb-0416bd0f554a" providerId="ADAL" clId="{079CE51C-73CC-48D6-8769-F66B8D85F5D1}" dt="2026-07-02T18:38:31.098" v="213"/>
          <ac:spMkLst>
            <pc:docMk/>
            <pc:sldMk cId="3105978863" sldId="2142532112"/>
            <ac:spMk id="27" creationId="{0C76E383-5382-CF42-F855-C7ADE2E0512D}"/>
          </ac:spMkLst>
        </pc:spChg>
      </pc:sldChg>
      <pc:sldChg chg="add del setBg">
        <pc:chgData name="Ciatti, Luis" userId="67d34ccc-3715-45c9-99fb-0416bd0f554a" providerId="ADAL" clId="{079CE51C-73CC-48D6-8769-F66B8D85F5D1}" dt="2026-07-02T12:56:21.475" v="10"/>
        <pc:sldMkLst>
          <pc:docMk/>
          <pc:sldMk cId="3182952847" sldId="2142532112"/>
        </pc:sldMkLst>
      </pc:sldChg>
      <pc:sldChg chg="add del setBg">
        <pc:chgData name="Ciatti, Luis" userId="67d34ccc-3715-45c9-99fb-0416bd0f554a" providerId="ADAL" clId="{079CE51C-73CC-48D6-8769-F66B8D85F5D1}" dt="2026-07-02T12:56:20.671" v="9"/>
        <pc:sldMkLst>
          <pc:docMk/>
          <pc:sldMk cId="2042513169" sldId="214253211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4CA3-56C4-09D9-355B-C504028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85DBE9-F893-8593-6D7C-E7F14D2B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639884-B3A5-C72F-DBCD-8179DACB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AA456-0B89-9C42-484D-A1982B8E5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FFC3-BC91-BDD7-C5CF-7B8AEE5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E8418A-0E69-9F47-2760-DB14AEC66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05A35-DA41-046C-2865-5459F893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57B87F-9311-A313-5029-26E38A6DF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3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0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93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26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8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9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01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21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6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10FF-B811-03BE-94F1-4AD5BA78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7EF29E-4A11-A6BA-A3C2-233BEEBF5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EF7FC5-0945-F0A6-97F5-7CCB5B922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95930-EC48-AF0B-22B8-DB432174E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63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ECA3-CBD9-AE75-B093-F02F40A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7F1469-EB11-AE35-1532-F1F09A6EB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30A316-0497-A23E-777C-A28BC6994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6E4615-4203-0320-85A6-8CDDDEA9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00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AAE8C56-3ED7-F975-06A6-AE7630D0457A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56D04-E285-FD26-1393-6D6EDF1E1AD5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ATROCINADORES | HIS - Healthcare Innovation Show">
            <a:extLst>
              <a:ext uri="{FF2B5EF4-FFF2-40B4-BE49-F238E27FC236}">
                <a16:creationId xmlns:a16="http://schemas.microsoft.com/office/drawing/2014/main" id="{8D2AAADA-6D8E-87E8-77DE-4436994E7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IOT Joinville</a:t>
            </a:r>
          </a:p>
          <a:p>
            <a:pPr marL="0" indent="0">
              <a:buNone/>
            </a:pPr>
            <a:r>
              <a:rPr lang="pt-BR" sz="1200" b="1" dirty="0"/>
              <a:t>Mês:  julho-2026</a:t>
            </a:r>
            <a:endParaRPr lang="pt-BR" sz="1200" b="1" dirty="0"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0307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BE90A7-070D-125A-F15A-1DB7F990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56856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24669" y="1079866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99,94%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375 TB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304,69 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536509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b="1" dirty="0">
                <a:cs typeface="Calibri"/>
              </a:rPr>
              <a:t>0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None/>
            </a:pPr>
            <a:endParaRPr lang="pt-BR" sz="900" dirty="0">
              <a:cs typeface="Calibri"/>
            </a:endParaRPr>
          </a:p>
          <a:p>
            <a:endParaRPr lang="pt-BR" sz="900" dirty="0">
              <a:cs typeface="Calibri"/>
            </a:endParaRPr>
          </a:p>
          <a:p>
            <a:pPr marL="0" indent="0">
              <a:buNone/>
            </a:pPr>
            <a:endParaRPr lang="pt-BR" sz="9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Clínica Santa Helena 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2CD68AD-024D-8141-0C2F-564788040DD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B0ACF9A-DFD9-1C8C-157B-280523C9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F53A701-706F-74EE-184C-F13CDB9974A6}"/>
              </a:ext>
            </a:extLst>
          </p:cNvPr>
          <p:cNvSpPr txBox="1">
            <a:spLocks/>
          </p:cNvSpPr>
          <p:nvPr/>
        </p:nvSpPr>
        <p:spPr>
          <a:xfrm>
            <a:off x="1840816" y="3939327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3B261D-231A-00F8-2586-3A624FE21956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6D858A-5C08-F057-DB82-E5DAE523D80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2010B628-3AF3-D0B6-B059-40A33487E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3D6998-5B47-1ED7-8F33-BE2369027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BEDF17B7-2D57-601B-7ECF-8D30AD029B2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EDB52CB-BBCF-BA28-C567-91C5B525800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7E3987C4-25F9-1AF0-CA06-0D3FA1B9A82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FD258095-4F44-7F61-6921-319EF34C5590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E88C52AE-906E-A487-5436-DDF5538C0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E7CFC0E1-AC3A-A281-F157-59262365475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3296D-CBF9-AE71-75BA-0BEF30E4768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715F2F-1FFF-D4F5-22EB-DE54E155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99,99%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AA993A7-4A38-77C8-E920-417877E3116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4D1F94FB-82E0-4C74-9E4E-14EFB74BD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CE721E4-7621-67A5-EB4D-FC5E5D7D1C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191A13-9E1E-6A97-0D45-C2486800635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2BAD7-A178-BE1B-360B-80FA8C5F5628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44F37774-F9E0-3DAF-D915-EB0F3018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36DE4EF0-386D-31DA-AC7B-A8FCD8CC0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18843B35-566E-804F-D7D4-23D4682A14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7633C06-023E-2C5F-7C55-79C0AF8C0E2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B47146E8-6960-6222-8C25-89602B4C60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23ADA0B0-DC43-F202-E657-424FFEB737A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65180191-B12A-8136-CA3D-9B0FF673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EC3DA5C1-E4B9-6787-96F8-061E64FDA14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FB233C-A48A-965B-C5A0-F9B88163765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68CB6-3D6C-EDD0-13FB-03389367E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430749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ADE-AAF6-61D9-F0D5-8BD1BF93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4BEB654-4517-8AD5-04E1-CCB46A122B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255975-6844-40FA-9A44-A285B57EC4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9B9D84A-D663-AE62-40BE-17372E5B594D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EF79F-789B-C0E3-30BC-6F76A14F9FED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BD7437D-31EF-C9C9-F98D-3B5827C0254C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4CD15-2F65-8A12-4B95-0F20A667089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75F1CDF-C6BA-E9F9-1E59-0AB9726FC51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7161A-AD9F-B325-39CD-448710A99DBF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6F1B2C1-5745-F57D-6357-4063E32C80F5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591F7EE-0F94-A40A-9361-BBCD537B55FD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3F380-86B4-FB0C-967E-68AA4FBBE006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8FD4A-AA92-1271-A4F2-30240D980730}"/>
              </a:ext>
            </a:extLst>
          </p:cNvPr>
          <p:cNvSpPr txBox="1"/>
          <p:nvPr/>
        </p:nvSpPr>
        <p:spPr>
          <a:xfrm>
            <a:off x="2978624" y="611455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banco de dados Produção</a:t>
            </a:r>
            <a:endParaRPr lang="pt-BR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2538B081-C014-D624-CAD0-C73E73524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98" y="1296322"/>
            <a:ext cx="6171022" cy="306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3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DDB-CA1F-EB9B-8859-C797F58B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A13EF29-6940-EDDD-FC0A-3B6970F869A6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310827-F760-0B10-EF3D-4620A30AF1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389EE7-16C3-88B6-176F-BC961F62607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66EA0-7B89-7F4A-9028-80B8572AB306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35865C8-62F0-1141-C3BD-15EB40F17070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1775E-784F-14B1-6E5A-57AD76920DF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3B80589-4422-7BE0-D486-1F7B922243A8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416A4-5855-3404-1B8A-A3938DEA965C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FF3745A-6D62-68D1-0FA3-F036D959CA10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8C2AEB5-AC52-1FAB-1549-9FD39D515113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43E95-F414-B065-4417-D7DBC20D8C63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CF3A3-D789-C983-FA48-B3D0FC9C496E}"/>
              </a:ext>
            </a:extLst>
          </p:cNvPr>
          <p:cNvSpPr txBox="1"/>
          <p:nvPr/>
        </p:nvSpPr>
        <p:spPr>
          <a:xfrm>
            <a:off x="2924033" y="664131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considerando todas as bases</a:t>
            </a:r>
            <a:endParaRPr lang="pt-BR" dirty="0"/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5AE7BB6E-3947-DC41-1F8D-01208B56A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44" y="1396650"/>
            <a:ext cx="6577936" cy="326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06400" y="77076"/>
            <a:ext cx="2336095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Grupo Opty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100%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720 </a:t>
            </a:r>
            <a:r>
              <a:rPr lang="en-US" sz="1600" dirty="0" err="1"/>
              <a:t>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 0 min</a:t>
            </a:r>
            <a:endParaRPr lang="en-US" sz="1600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927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DAD3169-3CA6-BEB1-316F-201178CF49B2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2AA8F74A-7DE5-4E81-14CB-C63A09DF9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C1DF2F6-BFD5-4B67-E1F5-A9D7B5C4AE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E600A6-0A13-E659-984F-551BAEE61E1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BC2AF2-4B02-9C0D-27C7-584A41EC924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 descr="Database">
            <a:extLst>
              <a:ext uri="{FF2B5EF4-FFF2-40B4-BE49-F238E27FC236}">
                <a16:creationId xmlns:a16="http://schemas.microsoft.com/office/drawing/2014/main" id="{A6BBC0C9-A2D3-D43F-58D4-567B6FFF7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7" name="Graphic 46" descr="Paper">
            <a:extLst>
              <a:ext uri="{FF2B5EF4-FFF2-40B4-BE49-F238E27FC236}">
                <a16:creationId xmlns:a16="http://schemas.microsoft.com/office/drawing/2014/main" id="{7D383684-9DF4-A74D-4D1B-FCCEA0604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6036CA81-6DB3-D424-6832-78AEA281852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2F0885E2-62B5-7089-89F2-88878AA3AD89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A93750D7-F868-150A-1ECB-98EB919F327E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0E6C4F5-D610-D412-4205-9CCE14F986A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2" name="Graphic 51" descr="Research">
            <a:extLst>
              <a:ext uri="{FF2B5EF4-FFF2-40B4-BE49-F238E27FC236}">
                <a16:creationId xmlns:a16="http://schemas.microsoft.com/office/drawing/2014/main" id="{B6E89F56-7103-496E-F1CF-D780BC3CC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419C09E2-9A1A-F761-3C01-9DBA4B0AF75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A79C78-37B1-ED2C-BF79-063E76582827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F8F799-E3B0-6992-4A98-9D44B564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HNS Oliveira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0" y="439588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104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93A4F18-225F-020B-6169-E7838801D21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61BEF686-A70B-2B06-2E46-1E3706A5A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1A730A7-0031-26BB-6800-8C2F695FA9C0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7B89B5-E37A-47F6-9E0E-6D7E8BB4D08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C62DB6-13D6-76A8-2F62-EBAC06298F8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DE7AFA9B-5B7A-5CE3-51A3-3EA0DFAA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B49C04DB-B1B1-4923-0861-97F77327A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324BC93-71D0-4763-77E4-4863A815D1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4A59E80-D3C9-BD6D-8F6A-80F2A97807E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56556DA-BFA8-04FC-FE72-9A32533FE58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117075A7-C8B5-4175-3C35-69D45165A5F6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CEA20A97-F2FD-448E-0C60-A4C65C60D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2DB5894-3C2E-6A8D-A302-4FB7F6E819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A8F59F-B0BB-36E9-9153-0118B55BF1C9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85CA9-A67F-9C9B-579E-291D1E29A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4888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das Nações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100%</a:t>
            </a:r>
            <a:endParaRPr lang="en-US" sz="1600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  0 min</a:t>
            </a:r>
            <a:endParaRPr lang="en-US" sz="160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139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72B99B-78A4-FEB7-E3A9-200D944EF53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0AA16FE5-0EBA-9E7D-19B1-176AF64E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D115D92-FB6F-D042-4B3B-DA673537400F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EDB07-25D0-B439-50E3-7E10533FCC9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832E28-8D53-8D47-5FBE-547C0ED248E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BB3C94A1-802C-A3C0-3B3B-700EFDD9B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5" name="Graphic 14" descr="Paper">
            <a:extLst>
              <a:ext uri="{FF2B5EF4-FFF2-40B4-BE49-F238E27FC236}">
                <a16:creationId xmlns:a16="http://schemas.microsoft.com/office/drawing/2014/main" id="{012E082E-F446-2F86-B0A1-C23ECB581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4ECC86A-E3AE-4439-7408-4DD7EB58FF48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1C03250F-64F4-B432-771C-AC750DF41DB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C7F7B2B5-82EF-0A23-692D-EBD36D0A3ED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A44B1C3E-4289-CA52-6F95-E020F5B0858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36D0EA15-9DA2-E25E-9B5F-C95F98EC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3908A76A-1A39-C553-5D1A-C83C8323B5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86454-0315-BEC2-8EF5-D2325D60C49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E8A477-A5E0-256C-710D-054CE1D40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46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 Maternidade Santa Emília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DC6A86-FDC5-8C2F-17E9-811F694BFBF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63F5880-86BA-C2A9-17E7-B7BE70A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79009C2-6DCE-70FF-20E7-F82F0B8D790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02C109-7B46-8E80-608D-92A6A27AE44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232A08-ADDA-48D4-6AB1-44139B82B28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Database">
            <a:extLst>
              <a:ext uri="{FF2B5EF4-FFF2-40B4-BE49-F238E27FC236}">
                <a16:creationId xmlns:a16="http://schemas.microsoft.com/office/drawing/2014/main" id="{91B4B8C3-CE1A-7ACB-6CE2-ED995B4C4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4" name="Graphic 33" descr="Paper">
            <a:extLst>
              <a:ext uri="{FF2B5EF4-FFF2-40B4-BE49-F238E27FC236}">
                <a16:creationId xmlns:a16="http://schemas.microsoft.com/office/drawing/2014/main" id="{D707DDE8-A330-87BE-E7ED-3AC7EA3D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71639F3-7F5A-E9FC-8967-21306064A75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114278CC-A704-6223-A87F-7EEA47714BC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B3CEC82C-AD7C-E696-F614-735BFFD0247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2881D1A-A902-6547-17FC-013C96CD99B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9" name="Graphic 38" descr="Research">
            <a:extLst>
              <a:ext uri="{FF2B5EF4-FFF2-40B4-BE49-F238E27FC236}">
                <a16:creationId xmlns:a16="http://schemas.microsoft.com/office/drawing/2014/main" id="{6E37E430-B162-2B6B-65D3-1F3581EA4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325980F-D070-A853-7BE9-F5FE6A9A54ED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B3F40-D15C-1928-B1C4-6762387F22E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B9ACF-0D44-EEE9-88E7-7A62925E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2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sz="1800" b="1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IDF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31235-E045-B39D-B0FD-FA95532D0E8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ED9344-8CDE-97A7-B336-5F85219BEC9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5" name="Table 32">
            <a:extLst>
              <a:ext uri="{FF2B5EF4-FFF2-40B4-BE49-F238E27FC236}">
                <a16:creationId xmlns:a16="http://schemas.microsoft.com/office/drawing/2014/main" id="{FD7716B6-51A3-59E7-841B-642A20EEA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7F966BB-0DE8-F358-6670-6CF3CE1DA92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24ACCA-9289-8654-9874-C9541E7C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33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INC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7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B7E9703-353A-FA15-16E1-67AC33BA7F0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5A23FA34-FED9-C515-1F81-7514F4C85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605872-50D1-E540-383B-B1BDC7FEEFF2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5D47D4-BAC5-C2C3-1DA8-419A84C002D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0277A8-4C6F-E720-28E2-CFB54A79488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Database">
            <a:extLst>
              <a:ext uri="{FF2B5EF4-FFF2-40B4-BE49-F238E27FC236}">
                <a16:creationId xmlns:a16="http://schemas.microsoft.com/office/drawing/2014/main" id="{6FF8ECAC-C7D4-4B6C-07FD-B45773250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4" name="Graphic 43" descr="Paper">
            <a:extLst>
              <a:ext uri="{FF2B5EF4-FFF2-40B4-BE49-F238E27FC236}">
                <a16:creationId xmlns:a16="http://schemas.microsoft.com/office/drawing/2014/main" id="{7DFD08C7-89BD-8A1A-2D99-573F2C0E4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DD03D137-3122-4F9A-0D12-F347DE46B95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AD11F957-DE97-61CD-95A0-BED6ED38FB28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3D439036-8DDF-439C-768A-B048179777F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75D0E51A-5A61-1A73-32DA-22050FBCDB3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9" name="Graphic 48" descr="Research">
            <a:extLst>
              <a:ext uri="{FF2B5EF4-FFF2-40B4-BE49-F238E27FC236}">
                <a16:creationId xmlns:a16="http://schemas.microsoft.com/office/drawing/2014/main" id="{F209C491-A9F3-617E-085D-E31086DB4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CDD22828-9902-661A-DA49-87EEA0E0EC3C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6C2B3-3A65-C321-367D-CFAEF397C663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7856F-F112-AA30-0C3C-CB7B64095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8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Neotin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1" y="4307581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91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9D9E8C-D176-40D9-4BD4-26D25F802C2F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20342063-5F34-4FA7-4D0C-35CA2812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849FC14-E665-DF90-DA2B-3B1E2AB81F7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3EB8D1-2D1C-F3BF-AFD2-7A91DDEBFB9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8F39BC-29CD-EA84-9C9C-06EF5AE34807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A0B5518D-B9FF-8D7E-72F1-1B4C96046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B4590831-F405-95F1-C769-DD3B9220B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6E52370C-2831-A545-EFF3-EEB30CFF0B7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A44304C-FFC5-E4DC-6714-2AEA25B5C9B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1785F12-6449-4001-0A9F-C75B4846909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F316682D-64A7-5E77-56EF-5113FA104BD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4FC78E25-EBCB-D46F-6BCF-ACD2B66D0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75D7BEA-3FC7-CE89-C2FE-6C7500AF5E3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D4E922-B7AB-8194-A652-B62476871C2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504D82-5D9B-9AE7-42F7-0C88CF67D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0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Próton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29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A697B82-5322-A589-F366-D081761C6074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D1591EED-3E07-2A79-BD08-0C947903F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20051B4-6968-003B-E989-FE6BF0C03C9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3D4904-36F2-58BB-73E4-ECE37BB27CA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2CCB91-389E-F956-704F-5142E5CDA45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BD5E21CD-6B1D-B8E7-B2C1-495377AD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83E63FDC-5E3A-47F9-0932-2E68858C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FF65DD2E-8578-D9A9-0E6F-E677522D6B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77B14CE-C1EB-5B0A-D49B-E457244E06C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0449A679-0169-D20A-F330-22FAD938365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B88623-C3B3-33CC-C9AF-72842717E75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F7540C9A-4454-4A8D-8731-0F1100E21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9DD1BC95-09C6-5844-D44E-26110580ABA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7B9C-3000-F9FF-F753-3DDCCC48CCAB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93875-5180-835E-964A-CC3DC126E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5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SPPLUS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34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5D27F93-6DC4-B64C-E412-2D8E026CDA1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1" name="Table 32">
            <a:extLst>
              <a:ext uri="{FF2B5EF4-FFF2-40B4-BE49-F238E27FC236}">
                <a16:creationId xmlns:a16="http://schemas.microsoft.com/office/drawing/2014/main" id="{DB1E43B4-33DC-A57B-2D29-26786559B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10E187C-A512-9962-1F95-28F85C579BA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383DB6-17D1-49FA-52B6-030797D7B83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C87E72-F95B-864C-591F-81E0EDA429A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C9490B35-8C9D-26CA-629E-F7DF0B617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59" name="Graphic 58" descr="Paper">
            <a:extLst>
              <a:ext uri="{FF2B5EF4-FFF2-40B4-BE49-F238E27FC236}">
                <a16:creationId xmlns:a16="http://schemas.microsoft.com/office/drawing/2014/main" id="{2F719A08-2AF0-9AA8-2D4C-C1DA6C78D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6606E796-BD59-2903-FEA8-AE72AABCA02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1" name="Text Placeholder 8">
            <a:extLst>
              <a:ext uri="{FF2B5EF4-FFF2-40B4-BE49-F238E27FC236}">
                <a16:creationId xmlns:a16="http://schemas.microsoft.com/office/drawing/2014/main" id="{240BB221-E66F-C921-A852-3C94D9285AF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3D8AE694-3746-7AA7-9C86-BC32E1CEA8F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8C6E80C9-08B4-A959-040F-4C6CAECA065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64" name="Graphic 63" descr="Research">
            <a:extLst>
              <a:ext uri="{FF2B5EF4-FFF2-40B4-BE49-F238E27FC236}">
                <a16:creationId xmlns:a16="http://schemas.microsoft.com/office/drawing/2014/main" id="{8AA108AC-8E2B-FC22-746E-47E005A76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488B422-6630-DE9A-81B8-8DC29DD7B3E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59D362-E031-D687-194B-56BF09AA5D4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6F645-454F-8E45-DAD0-A219FBE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62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0 min</a:t>
            </a:r>
            <a:endParaRPr lang="en-US" sz="16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78162" y="1838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Anestblu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73A586-7518-4D9D-3FD3-64A700FFECF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EC3D5A0-CBB1-2037-42CA-2A9C78E5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1E79CBC-B491-FA3D-7D01-DFA0FAA1BA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4822CA-7803-C4C3-C03E-D97FBC60563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E73E4-1070-FE9E-9B9E-4B78323068A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225DE41D-C111-41A2-64D9-D610921BF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122A1C49-D842-3DE1-EBA4-0B122B2A0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B7D1685-8D46-8481-46E7-71C0510283F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511DEE3-FC34-E21D-4C8E-F314862EC983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35CD5C40-F355-9A44-DBBD-29445A51375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A2ECA84-34FB-B15E-DB77-5052959506B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CF230F36-6DAB-0EA2-F2F6-E672EC904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2902E0E5-9639-7CA4-7C5A-77EB9E1BB71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56BBCD-0AB6-2B31-E664-6B01EC8C5B98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DEEAE-2B33-C07B-E0F9-38628665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Casas André Luiz</a:t>
            </a:r>
            <a:br>
              <a:rPr lang="pt-BR" sz="1200" b="1" dirty="0"/>
            </a:b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22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37D9B1-D782-BFA9-B29A-0D582138940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62C62FE2-C27F-0999-E0AD-961E3E834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D6B252B-9DEF-CBE4-F5DA-1A58C54D3463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6D6D18-29B0-7EB3-00C0-EA545119D5C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F88E61-E8A0-EF6E-C542-BF5BED086841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Graphic 65" descr="Database">
            <a:extLst>
              <a:ext uri="{FF2B5EF4-FFF2-40B4-BE49-F238E27FC236}">
                <a16:creationId xmlns:a16="http://schemas.microsoft.com/office/drawing/2014/main" id="{D7FB8D7E-A3AA-34E2-19EC-D63F896C8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7" name="Graphic 66" descr="Paper">
            <a:extLst>
              <a:ext uri="{FF2B5EF4-FFF2-40B4-BE49-F238E27FC236}">
                <a16:creationId xmlns:a16="http://schemas.microsoft.com/office/drawing/2014/main" id="{2051D2D7-7829-6D0D-9EAD-87E01F46B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2A8154F0-3F4E-0F33-CC85-7500185301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2331B70-13AA-D0FD-E24C-125DD791385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D035C9CF-28E5-989B-730B-01A4D4A5148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51321A6-48D0-F895-C4D7-353108821BC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2" name="Graphic 71" descr="Research">
            <a:extLst>
              <a:ext uri="{FF2B5EF4-FFF2-40B4-BE49-F238E27FC236}">
                <a16:creationId xmlns:a16="http://schemas.microsoft.com/office/drawing/2014/main" id="{EA018D69-D647-E0E9-6C36-868EAC452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562707B-4CEB-D2D8-66F3-CFA02209E4A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5C5685-5AA6-93CB-EF33-96D10FBD3FA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2A46F8-DB43-CBD4-0802-8A54AC5C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1" y="1234683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>
                <a:solidFill>
                  <a:schemeClr val="bg1"/>
                </a:solidFill>
                <a:latin typeface="Calibri" panose="020F0502020204030204" pitchFamily="34" charset="0"/>
              </a:rPr>
              <a:t>100</a:t>
            </a:r>
            <a:r>
              <a:rPr lang="pt-BR" sz="1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%</a:t>
            </a:r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Espírita Marília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48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803BC4C-823D-432B-9936-2DDEACF7715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A68FD53-86B1-F09F-633B-BEAF8A647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8A044777-B512-82FB-43D5-A5C79FF1654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C3DA43-0BAC-8410-0C8C-17FE2843019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99DC6B-2240-A54E-AB06-96AAFB188EC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5F17C765-08B1-F3E5-A327-47118B891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8D30059D-4C0E-10EC-067B-77E67FFC4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FE524650-BAB1-E3F1-BFA0-961A1CCA749C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E32B44E-BC67-2F59-F5A8-96BC0A39982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C166CD99-E92B-3B12-F127-1FF10E0532E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1F13377-7F07-E4C6-6FFF-D999E9171925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4907B404-DAA2-6CD1-57EB-8000946D9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0402083C-7184-7C17-DF24-6444C3D014EE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5967A-9EB9-A8D9-C861-43E4280CD5A2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522D5B-FAE7-1ED2-883F-80AEDE1FF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0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86712" y="352628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1" y="2787689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Onco Jaraguá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32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05F36DC-A5D0-9816-F007-6221F150B13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6706B589-E2EE-ABC7-8A47-3BC45BE2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148B4E8-66D9-EA1E-767B-6A740B3196EB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8E2E59-E4F2-4E92-EE23-C6DEF39C316F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9B369D-DBB9-934E-DCB4-5C33BC2EBCE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Graphic 66" descr="Database">
            <a:extLst>
              <a:ext uri="{FF2B5EF4-FFF2-40B4-BE49-F238E27FC236}">
                <a16:creationId xmlns:a16="http://schemas.microsoft.com/office/drawing/2014/main" id="{A23F0FE6-C59A-738C-90CC-D327F46CB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8" name="Graphic 67" descr="Paper">
            <a:extLst>
              <a:ext uri="{FF2B5EF4-FFF2-40B4-BE49-F238E27FC236}">
                <a16:creationId xmlns:a16="http://schemas.microsoft.com/office/drawing/2014/main" id="{E841B052-3F9C-C1EB-3487-106C6842B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D2C47304-18DC-7A2D-A93E-73E2CE4A52A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33DC0CDD-5895-5EB9-755F-F01B0F4451F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8C49C6A7-5C00-51D6-1D8A-33B9C0284A7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474B2CF8-503A-ED5C-92E0-53D495071FD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3" name="Graphic 72" descr="Research">
            <a:extLst>
              <a:ext uri="{FF2B5EF4-FFF2-40B4-BE49-F238E27FC236}">
                <a16:creationId xmlns:a16="http://schemas.microsoft.com/office/drawing/2014/main" id="{DEEF3B32-BDBD-49BD-FEDC-652554449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7EF0EB4F-7C20-8FAF-0CF8-CA109D1A453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238B7E-DBF5-42B6-AE67-20AB77F5CE3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5BEC7D-72E3-4E9E-2B00-8CF127D91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490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Univille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512BB3B-7F4A-1014-EBB7-3770752CCC1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B8609CA7-605E-8C07-2A9C-83250E952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2479D37-1D83-2E89-AE3A-D327CA9909FD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54D86-DFE6-C721-A5F9-DD6812C99FB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9E369-F581-5793-EAAA-465C1E8C84D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C58C5DFC-B300-00BB-6641-EEC4570B4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846C2CB9-7199-49BF-D9CC-058E77EE4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D896760-CB04-2CCA-9E91-53AFFA5D31D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4A653ED4-DD82-AD67-CA72-BAEFD2D37DD7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119FDD8-7F3E-ABEF-E7FA-47F87BAD9E2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4AF2EFD3-8BB2-5FD0-C983-EA7A8B969EE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78810E98-EC0C-5220-B8B1-AB91E62CC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4512901-3708-22F0-2D3A-9BB9311B8EE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6C1CC-F921-1552-2A42-999AFEC9248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1AB84E-7AED-4A18-3B04-ACBE0B1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1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C7FF-BCC4-CE17-B156-791CC5BC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4486BD-F9C1-AD07-BAE6-7F2B3147833F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B82A9-3BBF-79FD-DD4D-7DB982A23891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DAD67A6-2828-617A-3886-E6EA4931BE1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B16B5-B161-D7AB-68AB-C6BB8165C00C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845B8CF-DE2A-D49A-4DA6-E214A3F54CCD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B31A1-C893-16AC-0C83-110B78928A78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FD8E827-6FBB-206E-122E-F4F8F8A1A93D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CDA6C3-DA64-8807-BDDC-B6DCB2548C51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DAA4FA8-00D6-2AAA-5F02-31A105356ADE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Pompeia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09CB687-E22D-757B-C98E-0B3C0C26ECC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275B4-4A5A-347F-49D3-AB46F45D7B28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8E6CF6D-5AE9-86E7-1F87-03FFE889AF7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98FC2276-768B-007E-6E20-1906CECF989A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1B2E8FB-5923-0D3D-B500-C46D03F7816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A006A-5F7F-E37F-90E4-D4EB9195BC4C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835FD3-83DB-1BB4-B355-A3D7ED78D3F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1ABC902D-6783-5B87-2E67-895DBDF6A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0777B7-0E91-9634-0C1C-625A6660E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BB69CB3-64DA-5D65-4B8B-57660DEE9B4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99FDCED-4B91-9C52-EABA-7157D043983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3A9122C-044B-5586-22FF-2351FFC9EE7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4C0278-88A4-5B8F-FB7D-9A1E744CD85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28907741-1671-E8CE-F095-6586DF887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D942281-84D2-4BCD-6E41-748BD9D35BD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AC668F-1367-6276-DF1F-F22A84BE5D5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74ED68-024B-63E3-0EDF-DD2AB9A079A5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6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E286-CEC0-4D1E-BF39-ECA9D86D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2222D75-D3D5-78FD-E538-3397321757BC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53BD-B20B-8B34-B690-668D2BE1AEA3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100,00%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449F000-E894-B60E-90E4-F61ED2D2BE6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6AE1AE-0167-3FF1-3643-4C5CBA82BA6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8AF674C-3ACF-9EA0-1684-BFD96DAF5519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3B1DB-A0DD-6F5B-9801-B76A2F084CD6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49405E0-E39D-4201-708F-2678D4F00441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49994-1A1C-04B0-7B60-12AED91FB96A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0C76E383-5382-CF42-F855-C7ADE2E0512D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Erechim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julho-2026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B27FA67-CAB9-A3A2-7D6A-2033E20CF75C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55B1FA-EFA3-FDED-055E-D45D195AE4A9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97EF065-E9D5-A084-C88E-23FC8960358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E3927AC0-32BC-9B7A-EE4A-0E68182D69C7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519F9AE-FF0A-F9DE-F90E-46E339E8357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144EF-CDAC-6ED6-0581-15B0CF48A84A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31C9-A97E-4F6A-6E6C-871F0A9C6AF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7B6C30A0-8945-D95D-1CCD-B233D49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AD0F5B7E-E41D-E394-E3A1-E6D56B48D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F4DB846-E538-2D50-1981-3B1C89C817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46A3B68-EA5B-995D-6B3E-9B0362DC341D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2514368-59EF-472C-5951-B92D5A45A5F5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32B369C-04E1-8063-5880-28F1BB2E9C51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0AF1B690-AED9-4637-CC92-A9B6EC698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BDAB776-C841-80F3-A933-C77915550ED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AD0D8-B00F-038B-0A39-B19019421936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3013-4904-78DD-0AA7-762F3995132E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78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1853</Words>
  <Application>Microsoft Office PowerPoint</Application>
  <PresentationFormat>On-screen Show (16:9)</PresentationFormat>
  <Paragraphs>841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Slack-Lato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159</cp:revision>
  <cp:lastPrinted>2025-09-03T18:03:02Z</cp:lastPrinted>
  <dcterms:created xsi:type="dcterms:W3CDTF">2020-02-07T07:31:01Z</dcterms:created>
  <dcterms:modified xsi:type="dcterms:W3CDTF">2026-07-02T18:52:11Z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